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C2CE0-58E6-462A-B349-97BF8EE54910}" v="233" dt="2025-11-06T13:29:25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 Tieman" userId="c58f7fcb-1a0d-4ae2-82fa-dd2d34af7a06" providerId="ADAL" clId="{AEB4D397-A6F6-4C21-A8FB-8AA52321E575}"/>
    <pc:docChg chg="undo custSel addSld modSld addMainMaster delMainMaster">
      <pc:chgData name="Jos Tieman" userId="c58f7fcb-1a0d-4ae2-82fa-dd2d34af7a06" providerId="ADAL" clId="{AEB4D397-A6F6-4C21-A8FB-8AA52321E575}" dt="2025-11-06T13:37:25.143" v="824" actId="20577"/>
      <pc:docMkLst>
        <pc:docMk/>
      </pc:docMkLst>
      <pc:sldChg chg="addSp delSp modSp mod setBg modClrScheme setClrOvrMap chgLayout">
        <pc:chgData name="Jos Tieman" userId="c58f7fcb-1a0d-4ae2-82fa-dd2d34af7a06" providerId="ADAL" clId="{AEB4D397-A6F6-4C21-A8FB-8AA52321E575}" dt="2025-11-06T13:23:15.443" v="34" actId="1076"/>
        <pc:sldMkLst>
          <pc:docMk/>
          <pc:sldMk cId="3351439039" sldId="256"/>
        </pc:sldMkLst>
        <pc:spChg chg="mod ord">
          <ac:chgData name="Jos Tieman" userId="c58f7fcb-1a0d-4ae2-82fa-dd2d34af7a06" providerId="ADAL" clId="{AEB4D397-A6F6-4C21-A8FB-8AA52321E575}" dt="2025-11-06T13:23:15.443" v="34" actId="1076"/>
          <ac:spMkLst>
            <pc:docMk/>
            <pc:sldMk cId="3351439039" sldId="256"/>
            <ac:spMk id="2" creationId="{00000000-0000-0000-0000-000000000000}"/>
          </ac:spMkLst>
        </pc:spChg>
        <pc:spChg chg="del mod">
          <ac:chgData name="Jos Tieman" userId="c58f7fcb-1a0d-4ae2-82fa-dd2d34af7a06" providerId="ADAL" clId="{AEB4D397-A6F6-4C21-A8FB-8AA52321E575}" dt="2025-11-06T13:22:54.073" v="31" actId="478"/>
          <ac:spMkLst>
            <pc:docMk/>
            <pc:sldMk cId="3351439039" sldId="256"/>
            <ac:spMk id="3" creationId="{00000000-0000-0000-0000-000000000000}"/>
          </ac:spMkLst>
        </pc:spChg>
        <pc:spChg chg="add del">
          <ac:chgData name="Jos Tieman" userId="c58f7fcb-1a0d-4ae2-82fa-dd2d34af7a06" providerId="ADAL" clId="{AEB4D397-A6F6-4C21-A8FB-8AA52321E575}" dt="2025-11-06T13:22:59.312" v="32" actId="26606"/>
          <ac:spMkLst>
            <pc:docMk/>
            <pc:sldMk cId="3351439039" sldId="256"/>
            <ac:spMk id="10" creationId="{9B7AD9F6-8CE7-4299-8FC6-328F4DCD3FF9}"/>
          </ac:spMkLst>
        </pc:spChg>
        <pc:spChg chg="add del">
          <ac:chgData name="Jos Tieman" userId="c58f7fcb-1a0d-4ae2-82fa-dd2d34af7a06" providerId="ADAL" clId="{AEB4D397-A6F6-4C21-A8FB-8AA52321E575}" dt="2025-11-06T13:22:59.312" v="32" actId="26606"/>
          <ac:spMkLst>
            <pc:docMk/>
            <pc:sldMk cId="3351439039" sldId="256"/>
            <ac:spMk id="12" creationId="{F49775AF-8896-43EE-92C6-83497D6DC56F}"/>
          </ac:spMkLst>
        </pc:spChg>
        <pc:spChg chg="add">
          <ac:chgData name="Jos Tieman" userId="c58f7fcb-1a0d-4ae2-82fa-dd2d34af7a06" providerId="ADAL" clId="{AEB4D397-A6F6-4C21-A8FB-8AA52321E575}" dt="2025-11-06T13:22:59.312" v="32" actId="26606"/>
          <ac:spMkLst>
            <pc:docMk/>
            <pc:sldMk cId="3351439039" sldId="256"/>
            <ac:spMk id="17" creationId="{6E448DB1-4196-18A6-15DA-C72635C1B11E}"/>
          </ac:spMkLst>
        </pc:spChg>
        <pc:spChg chg="add">
          <ac:chgData name="Jos Tieman" userId="c58f7fcb-1a0d-4ae2-82fa-dd2d34af7a06" providerId="ADAL" clId="{AEB4D397-A6F6-4C21-A8FB-8AA52321E575}" dt="2025-11-06T13:22:59.312" v="32" actId="26606"/>
          <ac:spMkLst>
            <pc:docMk/>
            <pc:sldMk cId="3351439039" sldId="256"/>
            <ac:spMk id="19" creationId="{DF15DF8A-891A-1965-E372-1BA1F3B945EF}"/>
          </ac:spMkLst>
        </pc:spChg>
        <pc:picChg chg="add mod">
          <ac:chgData name="Jos Tieman" userId="c58f7fcb-1a0d-4ae2-82fa-dd2d34af7a06" providerId="ADAL" clId="{AEB4D397-A6F6-4C21-A8FB-8AA52321E575}" dt="2025-11-06T13:22:59.312" v="32" actId="26606"/>
          <ac:picMkLst>
            <pc:docMk/>
            <pc:sldMk cId="3351439039" sldId="256"/>
            <ac:picMk id="5" creationId="{8EB400EF-8A93-F826-E842-D4646DE7D78C}"/>
          </ac:picMkLst>
        </pc:picChg>
      </pc:sldChg>
      <pc:sldChg chg="addSp delSp modSp new mod setBg">
        <pc:chgData name="Jos Tieman" userId="c58f7fcb-1a0d-4ae2-82fa-dd2d34af7a06" providerId="ADAL" clId="{AEB4D397-A6F6-4C21-A8FB-8AA52321E575}" dt="2025-11-06T13:26:57.970" v="212" actId="26606"/>
        <pc:sldMkLst>
          <pc:docMk/>
          <pc:sldMk cId="59281723" sldId="257"/>
        </pc:sldMkLst>
        <pc:spChg chg="mod">
          <ac:chgData name="Jos Tieman" userId="c58f7fcb-1a0d-4ae2-82fa-dd2d34af7a06" providerId="ADAL" clId="{AEB4D397-A6F6-4C21-A8FB-8AA52321E575}" dt="2025-11-06T13:26:57.970" v="212" actId="26606"/>
          <ac:spMkLst>
            <pc:docMk/>
            <pc:sldMk cId="59281723" sldId="257"/>
            <ac:spMk id="2" creationId="{2BE7477F-5247-BB3F-E43F-FCD36B6E1ACC}"/>
          </ac:spMkLst>
        </pc:spChg>
        <pc:spChg chg="del mod">
          <ac:chgData name="Jos Tieman" userId="c58f7fcb-1a0d-4ae2-82fa-dd2d34af7a06" providerId="ADAL" clId="{AEB4D397-A6F6-4C21-A8FB-8AA52321E575}" dt="2025-11-06T13:26:57.970" v="212" actId="26606"/>
          <ac:spMkLst>
            <pc:docMk/>
            <pc:sldMk cId="59281723" sldId="257"/>
            <ac:spMk id="3" creationId="{9CCCB7D3-C16C-880E-B7D2-878EEBA77446}"/>
          </ac:spMkLst>
        </pc:spChg>
        <pc:spChg chg="add">
          <ac:chgData name="Jos Tieman" userId="c58f7fcb-1a0d-4ae2-82fa-dd2d34af7a06" providerId="ADAL" clId="{AEB4D397-A6F6-4C21-A8FB-8AA52321E575}" dt="2025-11-06T13:26:57.970" v="212" actId="26606"/>
          <ac:spMkLst>
            <pc:docMk/>
            <pc:sldMk cId="59281723" sldId="257"/>
            <ac:spMk id="9" creationId="{353CF00F-82D0-0DBA-75D5-1D01B4526C68}"/>
          </ac:spMkLst>
        </pc:spChg>
        <pc:graphicFrameChg chg="add">
          <ac:chgData name="Jos Tieman" userId="c58f7fcb-1a0d-4ae2-82fa-dd2d34af7a06" providerId="ADAL" clId="{AEB4D397-A6F6-4C21-A8FB-8AA52321E575}" dt="2025-11-06T13:26:57.970" v="212" actId="26606"/>
          <ac:graphicFrameMkLst>
            <pc:docMk/>
            <pc:sldMk cId="59281723" sldId="257"/>
            <ac:graphicFrameMk id="5" creationId="{96033C40-56AD-D824-21FF-4DD5C4C271EA}"/>
          </ac:graphicFrameMkLst>
        </pc:graphicFrameChg>
      </pc:sldChg>
      <pc:sldChg chg="addSp delSp modSp new mod">
        <pc:chgData name="Jos Tieman" userId="c58f7fcb-1a0d-4ae2-82fa-dd2d34af7a06" providerId="ADAL" clId="{AEB4D397-A6F6-4C21-A8FB-8AA52321E575}" dt="2025-11-06T13:29:25.607" v="234" actId="1076"/>
        <pc:sldMkLst>
          <pc:docMk/>
          <pc:sldMk cId="3276559930" sldId="258"/>
        </pc:sldMkLst>
        <pc:spChg chg="del">
          <ac:chgData name="Jos Tieman" userId="c58f7fcb-1a0d-4ae2-82fa-dd2d34af7a06" providerId="ADAL" clId="{AEB4D397-A6F6-4C21-A8FB-8AA52321E575}" dt="2025-11-06T13:27:17.435" v="217" actId="478"/>
          <ac:spMkLst>
            <pc:docMk/>
            <pc:sldMk cId="3276559930" sldId="258"/>
            <ac:spMk id="2" creationId="{4525B2BA-F791-21B3-EF0D-5B2D74D1C81C}"/>
          </ac:spMkLst>
        </pc:spChg>
        <pc:spChg chg="del">
          <ac:chgData name="Jos Tieman" userId="c58f7fcb-1a0d-4ae2-82fa-dd2d34af7a06" providerId="ADAL" clId="{AEB4D397-A6F6-4C21-A8FB-8AA52321E575}" dt="2025-11-06T13:27:11.810" v="214"/>
          <ac:spMkLst>
            <pc:docMk/>
            <pc:sldMk cId="3276559930" sldId="258"/>
            <ac:spMk id="3" creationId="{B7846607-91A4-EAE4-270E-FD1F25688AC2}"/>
          </ac:spMkLst>
        </pc:spChg>
        <pc:picChg chg="add mod">
          <ac:chgData name="Jos Tieman" userId="c58f7fcb-1a0d-4ae2-82fa-dd2d34af7a06" providerId="ADAL" clId="{AEB4D397-A6F6-4C21-A8FB-8AA52321E575}" dt="2025-11-06T13:29:24.537" v="233" actId="1076"/>
          <ac:picMkLst>
            <pc:docMk/>
            <pc:sldMk cId="3276559930" sldId="258"/>
            <ac:picMk id="1026" creationId="{4DF3C36B-B214-699D-4C0E-A1FCF14F1904}"/>
          </ac:picMkLst>
        </pc:picChg>
        <pc:picChg chg="add mod">
          <ac:chgData name="Jos Tieman" userId="c58f7fcb-1a0d-4ae2-82fa-dd2d34af7a06" providerId="ADAL" clId="{AEB4D397-A6F6-4C21-A8FB-8AA52321E575}" dt="2025-11-06T13:29:25.607" v="234" actId="1076"/>
          <ac:picMkLst>
            <pc:docMk/>
            <pc:sldMk cId="3276559930" sldId="258"/>
            <ac:picMk id="1028" creationId="{94C62995-C703-8ED4-A3DC-E09BCB337F73}"/>
          </ac:picMkLst>
        </pc:picChg>
        <pc:picChg chg="add mod">
          <ac:chgData name="Jos Tieman" userId="c58f7fcb-1a0d-4ae2-82fa-dd2d34af7a06" providerId="ADAL" clId="{AEB4D397-A6F6-4C21-A8FB-8AA52321E575}" dt="2025-11-06T13:29:23.148" v="232" actId="1076"/>
          <ac:picMkLst>
            <pc:docMk/>
            <pc:sldMk cId="3276559930" sldId="258"/>
            <ac:picMk id="1030" creationId="{069A9002-7410-C278-62D7-66436D3CC810}"/>
          </ac:picMkLst>
        </pc:picChg>
        <pc:picChg chg="add mod">
          <ac:chgData name="Jos Tieman" userId="c58f7fcb-1a0d-4ae2-82fa-dd2d34af7a06" providerId="ADAL" clId="{AEB4D397-A6F6-4C21-A8FB-8AA52321E575}" dt="2025-11-06T13:29:21.835" v="231" actId="1076"/>
          <ac:picMkLst>
            <pc:docMk/>
            <pc:sldMk cId="3276559930" sldId="258"/>
            <ac:picMk id="1032" creationId="{A64B8932-8CCD-8956-7FD6-D337DB8F9D28}"/>
          </ac:picMkLst>
        </pc:picChg>
      </pc:sldChg>
      <pc:sldChg chg="addSp delSp modSp new mod">
        <pc:chgData name="Jos Tieman" userId="c58f7fcb-1a0d-4ae2-82fa-dd2d34af7a06" providerId="ADAL" clId="{AEB4D397-A6F6-4C21-A8FB-8AA52321E575}" dt="2025-11-06T13:31:14.642" v="288" actId="478"/>
        <pc:sldMkLst>
          <pc:docMk/>
          <pc:sldMk cId="2858525956" sldId="259"/>
        </pc:sldMkLst>
        <pc:spChg chg="del">
          <ac:chgData name="Jos Tieman" userId="c58f7fcb-1a0d-4ae2-82fa-dd2d34af7a06" providerId="ADAL" clId="{AEB4D397-A6F6-4C21-A8FB-8AA52321E575}" dt="2025-11-06T13:31:14.642" v="288" actId="478"/>
          <ac:spMkLst>
            <pc:docMk/>
            <pc:sldMk cId="2858525956" sldId="259"/>
            <ac:spMk id="2" creationId="{510D3BDB-6393-5ECF-C7FA-D9BA6298C003}"/>
          </ac:spMkLst>
        </pc:spChg>
        <pc:spChg chg="mod ord">
          <ac:chgData name="Jos Tieman" userId="c58f7fcb-1a0d-4ae2-82fa-dd2d34af7a06" providerId="ADAL" clId="{AEB4D397-A6F6-4C21-A8FB-8AA52321E575}" dt="2025-11-06T13:31:08.417" v="287" actId="403"/>
          <ac:spMkLst>
            <pc:docMk/>
            <pc:sldMk cId="2858525956" sldId="259"/>
            <ac:spMk id="3" creationId="{24C86B14-AD00-5332-EE31-F1C8E7C100D2}"/>
          </ac:spMkLst>
        </pc:spChg>
        <pc:picChg chg="add mod">
          <ac:chgData name="Jos Tieman" userId="c58f7fcb-1a0d-4ae2-82fa-dd2d34af7a06" providerId="ADAL" clId="{AEB4D397-A6F6-4C21-A8FB-8AA52321E575}" dt="2025-11-06T13:30:20.730" v="238" actId="1076"/>
          <ac:picMkLst>
            <pc:docMk/>
            <pc:sldMk cId="2858525956" sldId="259"/>
            <ac:picMk id="5" creationId="{280D6F20-C11C-EE04-BCEB-EB616F702948}"/>
          </ac:picMkLst>
        </pc:picChg>
      </pc:sldChg>
      <pc:sldChg chg="addSp delSp modSp new mod setBg">
        <pc:chgData name="Jos Tieman" userId="c58f7fcb-1a0d-4ae2-82fa-dd2d34af7a06" providerId="ADAL" clId="{AEB4D397-A6F6-4C21-A8FB-8AA52321E575}" dt="2025-11-06T13:35:20.866" v="555" actId="20577"/>
        <pc:sldMkLst>
          <pc:docMk/>
          <pc:sldMk cId="3025428874" sldId="260"/>
        </pc:sldMkLst>
        <pc:spChg chg="mod">
          <ac:chgData name="Jos Tieman" userId="c58f7fcb-1a0d-4ae2-82fa-dd2d34af7a06" providerId="ADAL" clId="{AEB4D397-A6F6-4C21-A8FB-8AA52321E575}" dt="2025-11-06T13:32:10.078" v="387" actId="26606"/>
          <ac:spMkLst>
            <pc:docMk/>
            <pc:sldMk cId="3025428874" sldId="260"/>
            <ac:spMk id="2" creationId="{3AAD7958-E4AB-E17B-9306-E426B060D251}"/>
          </ac:spMkLst>
        </pc:spChg>
        <pc:spChg chg="mod">
          <ac:chgData name="Jos Tieman" userId="c58f7fcb-1a0d-4ae2-82fa-dd2d34af7a06" providerId="ADAL" clId="{AEB4D397-A6F6-4C21-A8FB-8AA52321E575}" dt="2025-11-06T13:35:20.866" v="555" actId="20577"/>
          <ac:spMkLst>
            <pc:docMk/>
            <pc:sldMk cId="3025428874" sldId="260"/>
            <ac:spMk id="3" creationId="{34F3BADA-46C6-41BE-D69C-EA4901C55ECB}"/>
          </ac:spMkLst>
        </pc:spChg>
        <pc:spChg chg="add del">
          <ac:chgData name="Jos Tieman" userId="c58f7fcb-1a0d-4ae2-82fa-dd2d34af7a06" providerId="ADAL" clId="{AEB4D397-A6F6-4C21-A8FB-8AA52321E575}" dt="2025-11-06T13:32:10.078" v="387" actId="26606"/>
          <ac:spMkLst>
            <pc:docMk/>
            <pc:sldMk cId="3025428874" sldId="260"/>
            <ac:spMk id="9" creationId="{92CC1E4F-F1F0-B945-BE50-C72A7103E8AC}"/>
          </ac:spMkLst>
        </pc:spChg>
        <pc:picChg chg="add del">
          <ac:chgData name="Jos Tieman" userId="c58f7fcb-1a0d-4ae2-82fa-dd2d34af7a06" providerId="ADAL" clId="{AEB4D397-A6F6-4C21-A8FB-8AA52321E575}" dt="2025-11-06T13:32:10.078" v="387" actId="26606"/>
          <ac:picMkLst>
            <pc:docMk/>
            <pc:sldMk cId="3025428874" sldId="260"/>
            <ac:picMk id="5" creationId="{4735BC50-C9D7-61EE-E17D-B53C6710B8D0}"/>
          </ac:picMkLst>
        </pc:picChg>
      </pc:sldChg>
      <pc:sldChg chg="modSp new mod">
        <pc:chgData name="Jos Tieman" userId="c58f7fcb-1a0d-4ae2-82fa-dd2d34af7a06" providerId="ADAL" clId="{AEB4D397-A6F6-4C21-A8FB-8AA52321E575}" dt="2025-11-06T13:37:25.143" v="824" actId="20577"/>
        <pc:sldMkLst>
          <pc:docMk/>
          <pc:sldMk cId="4560782" sldId="261"/>
        </pc:sldMkLst>
        <pc:spChg chg="mod">
          <ac:chgData name="Jos Tieman" userId="c58f7fcb-1a0d-4ae2-82fa-dd2d34af7a06" providerId="ADAL" clId="{AEB4D397-A6F6-4C21-A8FB-8AA52321E575}" dt="2025-11-06T13:35:26.109" v="566" actId="20577"/>
          <ac:spMkLst>
            <pc:docMk/>
            <pc:sldMk cId="4560782" sldId="261"/>
            <ac:spMk id="2" creationId="{0BBA0F10-9DBB-61CD-57D4-918D458B3226}"/>
          </ac:spMkLst>
        </pc:spChg>
        <pc:spChg chg="mod">
          <ac:chgData name="Jos Tieman" userId="c58f7fcb-1a0d-4ae2-82fa-dd2d34af7a06" providerId="ADAL" clId="{AEB4D397-A6F6-4C21-A8FB-8AA52321E575}" dt="2025-11-06T13:37:25.143" v="824" actId="20577"/>
          <ac:spMkLst>
            <pc:docMk/>
            <pc:sldMk cId="4560782" sldId="261"/>
            <ac:spMk id="3" creationId="{CF378BC1-071A-8804-9344-07817F61D5BE}"/>
          </ac:spMkLst>
        </pc:spChg>
      </pc:sldChg>
      <pc:sldMasterChg chg="del delSldLayout">
        <pc:chgData name="Jos Tieman" userId="c58f7fcb-1a0d-4ae2-82fa-dd2d34af7a06" providerId="ADAL" clId="{AEB4D397-A6F6-4C21-A8FB-8AA52321E575}" dt="2025-11-06T13:22:59.312" v="32" actId="26606"/>
        <pc:sldMasterMkLst>
          <pc:docMk/>
          <pc:sldMasterMk cId="1710546820" sldId="2147483648"/>
        </pc:sldMasterMkLst>
        <pc:sldLayoutChg chg="del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1710546820" sldId="2147483648"/>
            <pc:sldLayoutMk cId="4249299040" sldId="2147483649"/>
          </pc:sldLayoutMkLst>
        </pc:sldLayoutChg>
        <pc:sldLayoutChg chg="del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1710546820" sldId="2147483648"/>
            <pc:sldLayoutMk cId="3885912252" sldId="2147483650"/>
          </pc:sldLayoutMkLst>
        </pc:sldLayoutChg>
        <pc:sldLayoutChg chg="del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1710546820" sldId="2147483648"/>
            <pc:sldLayoutMk cId="1843495715" sldId="2147483651"/>
          </pc:sldLayoutMkLst>
        </pc:sldLayoutChg>
        <pc:sldLayoutChg chg="del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1710546820" sldId="2147483648"/>
            <pc:sldLayoutMk cId="957811407" sldId="2147483652"/>
          </pc:sldLayoutMkLst>
        </pc:sldLayoutChg>
        <pc:sldLayoutChg chg="del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1710546820" sldId="2147483648"/>
            <pc:sldLayoutMk cId="4148315968" sldId="2147483653"/>
          </pc:sldLayoutMkLst>
        </pc:sldLayoutChg>
        <pc:sldLayoutChg chg="del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1710546820" sldId="2147483648"/>
            <pc:sldLayoutMk cId="1937782621" sldId="2147483654"/>
          </pc:sldLayoutMkLst>
        </pc:sldLayoutChg>
        <pc:sldLayoutChg chg="del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1710546820" sldId="2147483648"/>
            <pc:sldLayoutMk cId="3349604172" sldId="2147483655"/>
          </pc:sldLayoutMkLst>
        </pc:sldLayoutChg>
        <pc:sldLayoutChg chg="del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1710546820" sldId="2147483648"/>
            <pc:sldLayoutMk cId="2568389287" sldId="2147483656"/>
          </pc:sldLayoutMkLst>
        </pc:sldLayoutChg>
        <pc:sldLayoutChg chg="del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1710546820" sldId="2147483648"/>
            <pc:sldLayoutMk cId="84292403" sldId="2147483657"/>
          </pc:sldLayoutMkLst>
        </pc:sldLayoutChg>
        <pc:sldLayoutChg chg="del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1710546820" sldId="2147483648"/>
            <pc:sldLayoutMk cId="515967256" sldId="2147483658"/>
          </pc:sldLayoutMkLst>
        </pc:sldLayoutChg>
        <pc:sldLayoutChg chg="del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1710546820" sldId="2147483648"/>
            <pc:sldLayoutMk cId="3231119585" sldId="2147483659"/>
          </pc:sldLayoutMkLst>
        </pc:sldLayoutChg>
      </pc:sldMasterChg>
      <pc:sldMasterChg chg="add addSldLayout">
        <pc:chgData name="Jos Tieman" userId="c58f7fcb-1a0d-4ae2-82fa-dd2d34af7a06" providerId="ADAL" clId="{AEB4D397-A6F6-4C21-A8FB-8AA52321E575}" dt="2025-11-06T13:22:59.312" v="32" actId="26606"/>
        <pc:sldMasterMkLst>
          <pc:docMk/>
          <pc:sldMasterMk cId="2375124412" sldId="2147483696"/>
        </pc:sldMasterMkLst>
        <pc:sldLayoutChg chg="add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2375124412" sldId="2147483696"/>
            <pc:sldLayoutMk cId="1009122008" sldId="2147483685"/>
          </pc:sldLayoutMkLst>
        </pc:sldLayoutChg>
        <pc:sldLayoutChg chg="add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2375124412" sldId="2147483696"/>
            <pc:sldLayoutMk cId="1014443134" sldId="2147483686"/>
          </pc:sldLayoutMkLst>
        </pc:sldLayoutChg>
        <pc:sldLayoutChg chg="add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2375124412" sldId="2147483696"/>
            <pc:sldLayoutMk cId="3660909581" sldId="2147483687"/>
          </pc:sldLayoutMkLst>
        </pc:sldLayoutChg>
        <pc:sldLayoutChg chg="add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2375124412" sldId="2147483696"/>
            <pc:sldLayoutMk cId="232186514" sldId="2147483688"/>
          </pc:sldLayoutMkLst>
        </pc:sldLayoutChg>
        <pc:sldLayoutChg chg="add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2375124412" sldId="2147483696"/>
            <pc:sldLayoutMk cId="3640712610" sldId="2147483689"/>
          </pc:sldLayoutMkLst>
        </pc:sldLayoutChg>
        <pc:sldLayoutChg chg="add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2375124412" sldId="2147483696"/>
            <pc:sldLayoutMk cId="1315748980" sldId="2147483690"/>
          </pc:sldLayoutMkLst>
        </pc:sldLayoutChg>
        <pc:sldLayoutChg chg="add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2375124412" sldId="2147483696"/>
            <pc:sldLayoutMk cId="1845734987" sldId="2147483691"/>
          </pc:sldLayoutMkLst>
        </pc:sldLayoutChg>
        <pc:sldLayoutChg chg="add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2375124412" sldId="2147483696"/>
            <pc:sldLayoutMk cId="969505112" sldId="2147483692"/>
          </pc:sldLayoutMkLst>
        </pc:sldLayoutChg>
        <pc:sldLayoutChg chg="add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2375124412" sldId="2147483696"/>
            <pc:sldLayoutMk cId="401849577" sldId="2147483693"/>
          </pc:sldLayoutMkLst>
        </pc:sldLayoutChg>
        <pc:sldLayoutChg chg="add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2375124412" sldId="2147483696"/>
            <pc:sldLayoutMk cId="358224977" sldId="2147483694"/>
          </pc:sldLayoutMkLst>
        </pc:sldLayoutChg>
        <pc:sldLayoutChg chg="add">
          <pc:chgData name="Jos Tieman" userId="c58f7fcb-1a0d-4ae2-82fa-dd2d34af7a06" providerId="ADAL" clId="{AEB4D397-A6F6-4C21-A8FB-8AA52321E575}" dt="2025-11-06T13:22:59.312" v="32" actId="26606"/>
          <pc:sldLayoutMkLst>
            <pc:docMk/>
            <pc:sldMasterMk cId="2375124412" sldId="2147483696"/>
            <pc:sldLayoutMk cId="2237374229" sldId="2147483695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959828-7944-41E1-8D91-5BE88D7B9C8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2056CBD-E968-4023-B36F-113A6F7F18C6}">
      <dgm:prSet/>
      <dgm:spPr/>
      <dgm:t>
        <a:bodyPr/>
        <a:lstStyle/>
        <a:p>
          <a:pPr>
            <a:defRPr cap="all"/>
          </a:pPr>
          <a:r>
            <a:rPr lang="nl-NL"/>
            <a:t>Meerdere lessen privacy en security besproken</a:t>
          </a:r>
          <a:endParaRPr lang="en-US"/>
        </a:p>
      </dgm:t>
    </dgm:pt>
    <dgm:pt modelId="{8DAD6F84-0BEF-45C3-A724-07588B8CCCF1}" type="parTrans" cxnId="{52241B48-57C9-49D1-A6A8-DD5021D1A3D2}">
      <dgm:prSet/>
      <dgm:spPr/>
      <dgm:t>
        <a:bodyPr/>
        <a:lstStyle/>
        <a:p>
          <a:endParaRPr lang="en-US"/>
        </a:p>
      </dgm:t>
    </dgm:pt>
    <dgm:pt modelId="{445BB2B7-FE46-4D31-8029-461D6AFC5F4D}" type="sibTrans" cxnId="{52241B48-57C9-49D1-A6A8-DD5021D1A3D2}">
      <dgm:prSet/>
      <dgm:spPr/>
      <dgm:t>
        <a:bodyPr/>
        <a:lstStyle/>
        <a:p>
          <a:endParaRPr lang="en-US"/>
        </a:p>
      </dgm:t>
    </dgm:pt>
    <dgm:pt modelId="{CF96BFB4-71FC-4902-933D-07BED855B9B4}">
      <dgm:prSet/>
      <dgm:spPr/>
      <dgm:t>
        <a:bodyPr/>
        <a:lstStyle/>
        <a:p>
          <a:pPr>
            <a:defRPr cap="all"/>
          </a:pPr>
          <a:r>
            <a:rPr lang="nl-NL" dirty="0"/>
            <a:t>Wat zijn de belangrijkste thema’s?</a:t>
          </a:r>
          <a:endParaRPr lang="en-US" dirty="0"/>
        </a:p>
      </dgm:t>
    </dgm:pt>
    <dgm:pt modelId="{8F8847FC-AA97-4197-8522-A2D1688E3284}" type="parTrans" cxnId="{56F7748C-1564-4074-80D0-96871EA20B88}">
      <dgm:prSet/>
      <dgm:spPr/>
      <dgm:t>
        <a:bodyPr/>
        <a:lstStyle/>
        <a:p>
          <a:endParaRPr lang="en-US"/>
        </a:p>
      </dgm:t>
    </dgm:pt>
    <dgm:pt modelId="{AE71A2FA-0FC0-4AE9-B28C-EB5322BBD7F1}" type="sibTrans" cxnId="{56F7748C-1564-4074-80D0-96871EA20B88}">
      <dgm:prSet/>
      <dgm:spPr/>
      <dgm:t>
        <a:bodyPr/>
        <a:lstStyle/>
        <a:p>
          <a:endParaRPr lang="en-US"/>
        </a:p>
      </dgm:t>
    </dgm:pt>
    <dgm:pt modelId="{83EF0D16-92CA-4C5D-A866-672E541C6FC2}" type="pres">
      <dgm:prSet presAssocID="{7E959828-7944-41E1-8D91-5BE88D7B9C85}" presName="root" presStyleCnt="0">
        <dgm:presLayoutVars>
          <dgm:dir/>
          <dgm:resizeHandles val="exact"/>
        </dgm:presLayoutVars>
      </dgm:prSet>
      <dgm:spPr/>
    </dgm:pt>
    <dgm:pt modelId="{60687A31-EB15-4990-AFA1-647CC4C0C060}" type="pres">
      <dgm:prSet presAssocID="{F2056CBD-E968-4023-B36F-113A6F7F18C6}" presName="compNode" presStyleCnt="0"/>
      <dgm:spPr/>
    </dgm:pt>
    <dgm:pt modelId="{D2FA7E4D-78A1-4042-9846-FCDD11646DBE}" type="pres">
      <dgm:prSet presAssocID="{F2056CBD-E968-4023-B36F-113A6F7F18C6}" presName="iconBgRect" presStyleLbl="bgShp" presStyleIdx="0" presStyleCnt="2"/>
      <dgm:spPr/>
    </dgm:pt>
    <dgm:pt modelId="{5FB263EE-297E-43C5-87FD-8DA787AAB4CA}" type="pres">
      <dgm:prSet presAssocID="{F2056CBD-E968-4023-B36F-113A6F7F18C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grendelen"/>
        </a:ext>
      </dgm:extLst>
    </dgm:pt>
    <dgm:pt modelId="{08EC89BA-ABCA-4728-8E16-6FA682516827}" type="pres">
      <dgm:prSet presAssocID="{F2056CBD-E968-4023-B36F-113A6F7F18C6}" presName="spaceRect" presStyleCnt="0"/>
      <dgm:spPr/>
    </dgm:pt>
    <dgm:pt modelId="{875880EA-F530-4847-B0AD-1E84C8EB7A4E}" type="pres">
      <dgm:prSet presAssocID="{F2056CBD-E968-4023-B36F-113A6F7F18C6}" presName="textRect" presStyleLbl="revTx" presStyleIdx="0" presStyleCnt="2">
        <dgm:presLayoutVars>
          <dgm:chMax val="1"/>
          <dgm:chPref val="1"/>
        </dgm:presLayoutVars>
      </dgm:prSet>
      <dgm:spPr/>
    </dgm:pt>
    <dgm:pt modelId="{0B4FCE2E-164F-4273-8B30-8EC886D204A6}" type="pres">
      <dgm:prSet presAssocID="{445BB2B7-FE46-4D31-8029-461D6AFC5F4D}" presName="sibTrans" presStyleCnt="0"/>
      <dgm:spPr/>
    </dgm:pt>
    <dgm:pt modelId="{B17E4266-0C27-4E49-B516-1050F9EAB9C2}" type="pres">
      <dgm:prSet presAssocID="{CF96BFB4-71FC-4902-933D-07BED855B9B4}" presName="compNode" presStyleCnt="0"/>
      <dgm:spPr/>
    </dgm:pt>
    <dgm:pt modelId="{3993E93D-8EA1-4691-9E7F-4E3F7FA758E8}" type="pres">
      <dgm:prSet presAssocID="{CF96BFB4-71FC-4902-933D-07BED855B9B4}" presName="iconBgRect" presStyleLbl="bgShp" presStyleIdx="1" presStyleCnt="2"/>
      <dgm:spPr/>
    </dgm:pt>
    <dgm:pt modelId="{DC3136CD-E024-4AA5-9154-22EAFCB0C7BE}" type="pres">
      <dgm:prSet presAssocID="{CF96BFB4-71FC-4902-933D-07BED855B9B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EB9B4396-D919-4A74-ACD3-4086BF2D5FA9}" type="pres">
      <dgm:prSet presAssocID="{CF96BFB4-71FC-4902-933D-07BED855B9B4}" presName="spaceRect" presStyleCnt="0"/>
      <dgm:spPr/>
    </dgm:pt>
    <dgm:pt modelId="{49A82355-CADC-45C4-9358-1A696E62B902}" type="pres">
      <dgm:prSet presAssocID="{CF96BFB4-71FC-4902-933D-07BED855B9B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692A006-BF2F-44FC-A14F-8B5ADB86999D}" type="presOf" srcId="{F2056CBD-E968-4023-B36F-113A6F7F18C6}" destId="{875880EA-F530-4847-B0AD-1E84C8EB7A4E}" srcOrd="0" destOrd="0" presId="urn:microsoft.com/office/officeart/2018/5/layout/IconCircleLabelList"/>
    <dgm:cxn modelId="{07D2A762-64B7-4871-AEA5-A830C6CCDB82}" type="presOf" srcId="{CF96BFB4-71FC-4902-933D-07BED855B9B4}" destId="{49A82355-CADC-45C4-9358-1A696E62B902}" srcOrd="0" destOrd="0" presId="urn:microsoft.com/office/officeart/2018/5/layout/IconCircleLabelList"/>
    <dgm:cxn modelId="{52241B48-57C9-49D1-A6A8-DD5021D1A3D2}" srcId="{7E959828-7944-41E1-8D91-5BE88D7B9C85}" destId="{F2056CBD-E968-4023-B36F-113A6F7F18C6}" srcOrd="0" destOrd="0" parTransId="{8DAD6F84-0BEF-45C3-A724-07588B8CCCF1}" sibTransId="{445BB2B7-FE46-4D31-8029-461D6AFC5F4D}"/>
    <dgm:cxn modelId="{56F7748C-1564-4074-80D0-96871EA20B88}" srcId="{7E959828-7944-41E1-8D91-5BE88D7B9C85}" destId="{CF96BFB4-71FC-4902-933D-07BED855B9B4}" srcOrd="1" destOrd="0" parTransId="{8F8847FC-AA97-4197-8522-A2D1688E3284}" sibTransId="{AE71A2FA-0FC0-4AE9-B28C-EB5322BBD7F1}"/>
    <dgm:cxn modelId="{EB8B6AE7-1D1A-4978-BA76-F83BE0488F20}" type="presOf" srcId="{7E959828-7944-41E1-8D91-5BE88D7B9C85}" destId="{83EF0D16-92CA-4C5D-A866-672E541C6FC2}" srcOrd="0" destOrd="0" presId="urn:microsoft.com/office/officeart/2018/5/layout/IconCircleLabelList"/>
    <dgm:cxn modelId="{1947EB40-6396-47E4-8981-C71D1F88E311}" type="presParOf" srcId="{83EF0D16-92CA-4C5D-A866-672E541C6FC2}" destId="{60687A31-EB15-4990-AFA1-647CC4C0C060}" srcOrd="0" destOrd="0" presId="urn:microsoft.com/office/officeart/2018/5/layout/IconCircleLabelList"/>
    <dgm:cxn modelId="{4E1CBFA6-6D4F-413A-9435-92CAE90B043F}" type="presParOf" srcId="{60687A31-EB15-4990-AFA1-647CC4C0C060}" destId="{D2FA7E4D-78A1-4042-9846-FCDD11646DBE}" srcOrd="0" destOrd="0" presId="urn:microsoft.com/office/officeart/2018/5/layout/IconCircleLabelList"/>
    <dgm:cxn modelId="{C654CB1C-D5B0-4708-884E-AF46D14024B7}" type="presParOf" srcId="{60687A31-EB15-4990-AFA1-647CC4C0C060}" destId="{5FB263EE-297E-43C5-87FD-8DA787AAB4CA}" srcOrd="1" destOrd="0" presId="urn:microsoft.com/office/officeart/2018/5/layout/IconCircleLabelList"/>
    <dgm:cxn modelId="{02397012-1419-4787-8DE0-734B0335F1B0}" type="presParOf" srcId="{60687A31-EB15-4990-AFA1-647CC4C0C060}" destId="{08EC89BA-ABCA-4728-8E16-6FA682516827}" srcOrd="2" destOrd="0" presId="urn:microsoft.com/office/officeart/2018/5/layout/IconCircleLabelList"/>
    <dgm:cxn modelId="{1EAA0508-71FE-41AD-9E02-19A8E6CDDAE2}" type="presParOf" srcId="{60687A31-EB15-4990-AFA1-647CC4C0C060}" destId="{875880EA-F530-4847-B0AD-1E84C8EB7A4E}" srcOrd="3" destOrd="0" presId="urn:microsoft.com/office/officeart/2018/5/layout/IconCircleLabelList"/>
    <dgm:cxn modelId="{330AE8DF-AC9F-49A3-9CF2-BEB229133950}" type="presParOf" srcId="{83EF0D16-92CA-4C5D-A866-672E541C6FC2}" destId="{0B4FCE2E-164F-4273-8B30-8EC886D204A6}" srcOrd="1" destOrd="0" presId="urn:microsoft.com/office/officeart/2018/5/layout/IconCircleLabelList"/>
    <dgm:cxn modelId="{194EA756-C60F-49BF-A069-C49D7ED8E962}" type="presParOf" srcId="{83EF0D16-92CA-4C5D-A866-672E541C6FC2}" destId="{B17E4266-0C27-4E49-B516-1050F9EAB9C2}" srcOrd="2" destOrd="0" presId="urn:microsoft.com/office/officeart/2018/5/layout/IconCircleLabelList"/>
    <dgm:cxn modelId="{8D5FBE53-BD2E-49CF-AEEC-52C09CB6A2C4}" type="presParOf" srcId="{B17E4266-0C27-4E49-B516-1050F9EAB9C2}" destId="{3993E93D-8EA1-4691-9E7F-4E3F7FA758E8}" srcOrd="0" destOrd="0" presId="urn:microsoft.com/office/officeart/2018/5/layout/IconCircleLabelList"/>
    <dgm:cxn modelId="{0DC5023A-628E-419C-844C-251851928D77}" type="presParOf" srcId="{B17E4266-0C27-4E49-B516-1050F9EAB9C2}" destId="{DC3136CD-E024-4AA5-9154-22EAFCB0C7BE}" srcOrd="1" destOrd="0" presId="urn:microsoft.com/office/officeart/2018/5/layout/IconCircleLabelList"/>
    <dgm:cxn modelId="{7A6090BB-3903-419B-85E4-6D65F42D549E}" type="presParOf" srcId="{B17E4266-0C27-4E49-B516-1050F9EAB9C2}" destId="{EB9B4396-D919-4A74-ACD3-4086BF2D5FA9}" srcOrd="2" destOrd="0" presId="urn:microsoft.com/office/officeart/2018/5/layout/IconCircleLabelList"/>
    <dgm:cxn modelId="{EF46BEDE-984A-4E72-B12B-560389E1FC4E}" type="presParOf" srcId="{B17E4266-0C27-4E49-B516-1050F9EAB9C2}" destId="{49A82355-CADC-45C4-9358-1A696E62B90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FA7E4D-78A1-4042-9846-FCDD11646DBE}">
      <dsp:nvSpPr>
        <dsp:cNvPr id="0" name=""/>
        <dsp:cNvSpPr/>
      </dsp:nvSpPr>
      <dsp:spPr>
        <a:xfrm>
          <a:off x="2259518" y="407176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B263EE-297E-43C5-87FD-8DA787AAB4CA}">
      <dsp:nvSpPr>
        <dsp:cNvPr id="0" name=""/>
        <dsp:cNvSpPr/>
      </dsp:nvSpPr>
      <dsp:spPr>
        <a:xfrm>
          <a:off x="2727518" y="875177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880EA-F530-4847-B0AD-1E84C8EB7A4E}">
      <dsp:nvSpPr>
        <dsp:cNvPr id="0" name=""/>
        <dsp:cNvSpPr/>
      </dsp:nvSpPr>
      <dsp:spPr>
        <a:xfrm>
          <a:off x="1557518" y="3287177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900" kern="1200"/>
            <a:t>Meerdere lessen privacy en security besproken</a:t>
          </a:r>
          <a:endParaRPr lang="en-US" sz="1900" kern="1200"/>
        </a:p>
      </dsp:txBody>
      <dsp:txXfrm>
        <a:off x="1557518" y="3287177"/>
        <a:ext cx="3600000" cy="720000"/>
      </dsp:txXfrm>
    </dsp:sp>
    <dsp:sp modelId="{3993E93D-8EA1-4691-9E7F-4E3F7FA758E8}">
      <dsp:nvSpPr>
        <dsp:cNvPr id="0" name=""/>
        <dsp:cNvSpPr/>
      </dsp:nvSpPr>
      <dsp:spPr>
        <a:xfrm>
          <a:off x="6489518" y="407176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3136CD-E024-4AA5-9154-22EAFCB0C7BE}">
      <dsp:nvSpPr>
        <dsp:cNvPr id="0" name=""/>
        <dsp:cNvSpPr/>
      </dsp:nvSpPr>
      <dsp:spPr>
        <a:xfrm>
          <a:off x="6957518" y="875177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82355-CADC-45C4-9358-1A696E62B902}">
      <dsp:nvSpPr>
        <dsp:cNvPr id="0" name=""/>
        <dsp:cNvSpPr/>
      </dsp:nvSpPr>
      <dsp:spPr>
        <a:xfrm>
          <a:off x="5787518" y="3287177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900" kern="1200" dirty="0"/>
            <a:t>Wat zijn de belangrijkste thema’s?</a:t>
          </a:r>
          <a:endParaRPr lang="en-US" sz="1900" kern="1200" dirty="0"/>
        </a:p>
      </dsp:txBody>
      <dsp:txXfrm>
        <a:off x="5787518" y="3287177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3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50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9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74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12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2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4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0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4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2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Afbeelding 4" descr="Afbeelding met kleding, persoon&#10;&#10;Door AI gegenereerde inhoud is mogelijk onjuist.">
            <a:extLst>
              <a:ext uri="{FF2B5EF4-FFF2-40B4-BE49-F238E27FC236}">
                <a16:creationId xmlns:a16="http://schemas.microsoft.com/office/drawing/2014/main" id="{8EB400EF-8A93-F826-E842-D4646DE7D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7497" b="413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93315" y="261256"/>
            <a:ext cx="4470544" cy="1911247"/>
          </a:xfrm>
        </p:spPr>
        <p:txBody>
          <a:bodyPr anchor="b">
            <a:normAutofit/>
          </a:bodyPr>
          <a:lstStyle/>
          <a:p>
            <a:pPr algn="l"/>
            <a:r>
              <a:rPr lang="de-DE" sz="5800" dirty="0"/>
              <a:t>Privacy &amp; </a:t>
            </a:r>
            <a:r>
              <a:rPr lang="de-DE" sz="5800" dirty="0" err="1"/>
              <a:t>security</a:t>
            </a:r>
            <a:endParaRPr lang="de-DE" sz="5800" dirty="0"/>
          </a:p>
        </p:txBody>
      </p:sp>
    </p:spTree>
    <p:extLst>
      <p:ext uri="{BB962C8B-B14F-4D97-AF65-F5344CB8AC3E}">
        <p14:creationId xmlns:p14="http://schemas.microsoft.com/office/powerpoint/2010/main" val="3351439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E7477F-5247-BB3F-E43F-FCD36B6E1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nl-NL" dirty="0"/>
              <a:t>Terugblik les 1 t/m 3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96033C40-56AD-D824-21FF-4DD5C4C27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7712179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281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 AVG in een notendop">
            <a:extLst>
              <a:ext uri="{FF2B5EF4-FFF2-40B4-BE49-F238E27FC236}">
                <a16:creationId xmlns:a16="http://schemas.microsoft.com/office/drawing/2014/main" id="{4DF3C36B-B214-699D-4C0E-A1FCF14F19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046" y="673181"/>
            <a:ext cx="4072808" cy="238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4C62995-C703-8ED4-A3DC-E09BCB337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626" y="3796818"/>
            <a:ext cx="4072808" cy="245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69A9002-7410-C278-62D7-66436D3CC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682" y="641112"/>
            <a:ext cx="4269608" cy="245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64B8932-8CCD-8956-7FD6-D337DB8F9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384" y="3986027"/>
            <a:ext cx="4777616" cy="1892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55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280D6F20-C11C-EE04-BCEB-EB616F702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763" y="159902"/>
            <a:ext cx="8754970" cy="6538195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4C86B14-AD00-5332-EE31-F1C8E7C10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67" y="2264172"/>
            <a:ext cx="4317443" cy="4227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dirty="0"/>
              <a:t>Amerikaanse CLOUD-ACT </a:t>
            </a:r>
            <a:r>
              <a:rPr lang="nl-NL" sz="2400" dirty="0" err="1"/>
              <a:t>vs</a:t>
            </a:r>
            <a:r>
              <a:rPr lang="nl-NL" sz="2400" dirty="0"/>
              <a:t> Europese privacy</a:t>
            </a:r>
          </a:p>
        </p:txBody>
      </p:sp>
    </p:spTree>
    <p:extLst>
      <p:ext uri="{BB962C8B-B14F-4D97-AF65-F5344CB8AC3E}">
        <p14:creationId xmlns:p14="http://schemas.microsoft.com/office/powerpoint/2010/main" val="2858525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D7958-E4AB-E17B-9306-E426B060D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Privacy in jouw eigen agent?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4F3BADA-46C6-41BE-D69C-EA4901C55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800" dirty="0"/>
              <a:t>Breng de privacy gevaren in beeld rondom jouw eigen agent.</a:t>
            </a:r>
          </a:p>
          <a:p>
            <a:endParaRPr lang="nl-NL" sz="2800" dirty="0"/>
          </a:p>
          <a:p>
            <a:pPr>
              <a:buFontTx/>
              <a:buChar char="-"/>
            </a:pPr>
            <a:r>
              <a:rPr lang="nl-NL" sz="2800" dirty="0"/>
              <a:t>Welke gevaren zijn acceptabel?</a:t>
            </a:r>
          </a:p>
          <a:p>
            <a:pPr>
              <a:buFontTx/>
              <a:buChar char="-"/>
            </a:pPr>
            <a:r>
              <a:rPr lang="nl-NL" sz="2800" dirty="0"/>
              <a:t>Welke gevaren zijn niet acceptabel?</a:t>
            </a:r>
          </a:p>
          <a:p>
            <a:pPr>
              <a:buFontTx/>
              <a:buChar char="-"/>
            </a:pPr>
            <a:endParaRPr lang="nl-NL" sz="2800" dirty="0"/>
          </a:p>
          <a:p>
            <a:pPr>
              <a:buFontTx/>
              <a:buChar char="-"/>
            </a:pPr>
            <a:r>
              <a:rPr lang="nl-NL" sz="2800" dirty="0"/>
              <a:t>Maak voor de niet acceptabele gevaren een plan hoe je dit dichtzet in jouw agent?</a:t>
            </a:r>
          </a:p>
          <a:p>
            <a:endParaRPr lang="nl-NL" sz="2800" dirty="0"/>
          </a:p>
          <a:p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302542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BA0F10-9DBB-61CD-57D4-918D458B3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Security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F378BC1-071A-8804-9344-07817F61D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3200" dirty="0"/>
              <a:t>Hoe is jouw agent beveiligd?</a:t>
            </a:r>
          </a:p>
          <a:p>
            <a:r>
              <a:rPr lang="nl-NL" sz="3200" dirty="0"/>
              <a:t>Wie kan er allemaal bij jouw agent?</a:t>
            </a:r>
          </a:p>
          <a:p>
            <a:r>
              <a:rPr lang="nl-NL" sz="3200" dirty="0"/>
              <a:t>Heb je MFA ingesteld voor het </a:t>
            </a:r>
            <a:r>
              <a:rPr lang="nl-NL" sz="3200" dirty="0" err="1"/>
              <a:t>beheersaccount</a:t>
            </a:r>
            <a:r>
              <a:rPr lang="nl-NL" sz="3200" dirty="0"/>
              <a:t>?</a:t>
            </a:r>
          </a:p>
          <a:p>
            <a:r>
              <a:rPr lang="nl-NL" sz="3200" dirty="0"/>
              <a:t>Heb je een sterk wachtwoord ingesteld?</a:t>
            </a:r>
          </a:p>
          <a:p>
            <a:r>
              <a:rPr lang="nl-NL" sz="3200" dirty="0"/>
              <a:t>Heb je een herstel-optie ingebouwd als je de </a:t>
            </a:r>
            <a:r>
              <a:rPr lang="nl-NL" sz="3200"/>
              <a:t>toegang verliest?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456078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DE478A5840434A8B9524435F4AFA7A" ma:contentTypeVersion="9" ma:contentTypeDescription="Een nieuw document maken." ma:contentTypeScope="" ma:versionID="0aebcad4c23ccbea195c38278fe2ce8c">
  <xsd:schema xmlns:xsd="http://www.w3.org/2001/XMLSchema" xmlns:xs="http://www.w3.org/2001/XMLSchema" xmlns:p="http://schemas.microsoft.com/office/2006/metadata/properties" xmlns:ns2="23d07a6c-3bdc-485a-bd32-74620ee9bff4" xmlns:ns3="60efcb5a-b75b-4980-aec5-8875ff040f2c" targetNamespace="http://schemas.microsoft.com/office/2006/metadata/properties" ma:root="true" ma:fieldsID="3048681d75fa00e1e9033518be41d6c1" ns2:_="" ns3:_="">
    <xsd:import namespace="23d07a6c-3bdc-485a-bd32-74620ee9bff4"/>
    <xsd:import namespace="60efcb5a-b75b-4980-aec5-8875ff040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07a6c-3bdc-485a-bd32-74620ee9bf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3a693f84-d9d9-45de-9cc2-e572aa08d8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fcb5a-b75b-4980-aec5-8875ff040f2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a148a25-3d01-4b61-81e8-c28c3e777cf5}" ma:internalName="TaxCatchAll" ma:showField="CatchAllData" ma:web="60efcb5a-b75b-4980-aec5-8875ff040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3d07a6c-3bdc-485a-bd32-74620ee9bff4">
      <Terms xmlns="http://schemas.microsoft.com/office/infopath/2007/PartnerControls"/>
    </lcf76f155ced4ddcb4097134ff3c332f>
    <TaxCatchAll xmlns="60efcb5a-b75b-4980-aec5-8875ff040f2c" xsi:nil="true"/>
  </documentManagement>
</p:properties>
</file>

<file path=customXml/itemProps1.xml><?xml version="1.0" encoding="utf-8"?>
<ds:datastoreItem xmlns:ds="http://schemas.openxmlformats.org/officeDocument/2006/customXml" ds:itemID="{51C8AA86-67F3-4120-BB3E-A0231725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60A0AC-406A-4A0C-99CF-9103A375BCC9}"/>
</file>

<file path=customXml/itemProps3.xml><?xml version="1.0" encoding="utf-8"?>
<ds:datastoreItem xmlns:ds="http://schemas.openxmlformats.org/officeDocument/2006/customXml" ds:itemID="{40CFACE8-8E4F-45A9-AFAF-A4402A69F84E}">
  <ds:schemaRefs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23d07a6c-3bdc-485a-bd32-74620ee9bff4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112</Words>
  <Application>Microsoft Office PowerPoint</Application>
  <PresentationFormat>Breedbeeld</PresentationFormat>
  <Paragraphs>18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VanillaVTI</vt:lpstr>
      <vt:lpstr>Privacy &amp; security</vt:lpstr>
      <vt:lpstr>Terugblik les 1 t/m 3</vt:lpstr>
      <vt:lpstr>PowerPoint-presentatie</vt:lpstr>
      <vt:lpstr>PowerPoint-presentatie</vt:lpstr>
      <vt:lpstr>Privacy in jouw eigen agent?</vt:lpstr>
      <vt:lpstr>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Jos Tieman</cp:lastModifiedBy>
  <cp:revision>1</cp:revision>
  <dcterms:created xsi:type="dcterms:W3CDTF">2025-11-06T13:20:26Z</dcterms:created>
  <dcterms:modified xsi:type="dcterms:W3CDTF">2025-11-06T13:37:28Z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0x010100F5DE478A5840434A8B9524435F4AFA7A</vt:lpwstr>
  </property>
</Properties>
</file>