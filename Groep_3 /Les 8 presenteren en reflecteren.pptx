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E548A9-0975-ACA3-2FD5-8B989EE004F4}" v="34" dt="2025-11-06T13:37:21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cal Wittenberg" userId="S::p.wittenberg_aventus.nl#ext#@stichtingpraktijkleren.onmicrosoft.com::22fc600b-5b72-4cbc-bfc9-ef44a1547458" providerId="AD" clId="Web-{D8E548A9-0975-ACA3-2FD5-8B989EE004F4}"/>
    <pc:docChg chg="addSld modSld">
      <pc:chgData name="Pascal Wittenberg" userId="S::p.wittenberg_aventus.nl#ext#@stichtingpraktijkleren.onmicrosoft.com::22fc600b-5b72-4cbc-bfc9-ef44a1547458" providerId="AD" clId="Web-{D8E548A9-0975-ACA3-2FD5-8B989EE004F4}" dt="2025-11-06T13:37:21.023" v="28" actId="20577"/>
      <pc:docMkLst>
        <pc:docMk/>
      </pc:docMkLst>
      <pc:sldChg chg="modSp">
        <pc:chgData name="Pascal Wittenberg" userId="S::p.wittenberg_aventus.nl#ext#@stichtingpraktijkleren.onmicrosoft.com::22fc600b-5b72-4cbc-bfc9-ef44a1547458" providerId="AD" clId="Web-{D8E548A9-0975-ACA3-2FD5-8B989EE004F4}" dt="2025-11-06T13:36:16.894" v="19" actId="20577"/>
        <pc:sldMkLst>
          <pc:docMk/>
          <pc:sldMk cId="109857222" sldId="256"/>
        </pc:sldMkLst>
        <pc:spChg chg="mod">
          <ac:chgData name="Pascal Wittenberg" userId="S::p.wittenberg_aventus.nl#ext#@stichtingpraktijkleren.onmicrosoft.com::22fc600b-5b72-4cbc-bfc9-ef44a1547458" providerId="AD" clId="Web-{D8E548A9-0975-ACA3-2FD5-8B989EE004F4}" dt="2025-11-06T13:36:16.894" v="19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 new">
        <pc:chgData name="Pascal Wittenberg" userId="S::p.wittenberg_aventus.nl#ext#@stichtingpraktijkleren.onmicrosoft.com::22fc600b-5b72-4cbc-bfc9-ef44a1547458" providerId="AD" clId="Web-{D8E548A9-0975-ACA3-2FD5-8B989EE004F4}" dt="2025-11-06T13:37:21.023" v="28" actId="20577"/>
        <pc:sldMkLst>
          <pc:docMk/>
          <pc:sldMk cId="3579696241" sldId="257"/>
        </pc:sldMkLst>
        <pc:spChg chg="mod">
          <ac:chgData name="Pascal Wittenberg" userId="S::p.wittenberg_aventus.nl#ext#@stichtingpraktijkleren.onmicrosoft.com::22fc600b-5b72-4cbc-bfc9-ef44a1547458" providerId="AD" clId="Web-{D8E548A9-0975-ACA3-2FD5-8B989EE004F4}" dt="2025-11-06T13:37:21.023" v="28" actId="20577"/>
          <ac:spMkLst>
            <pc:docMk/>
            <pc:sldMk cId="3579696241" sldId="257"/>
            <ac:spMk id="3" creationId="{8EB88962-1CDF-15E3-CC49-7EDA9621FBB7}"/>
          </ac:spMkLst>
        </pc:spChg>
      </pc:sldChg>
    </pc:docChg>
  </pc:docChgLst>
  <pc:docChgLst>
    <pc:chgData clId="Web-{D8E548A9-0975-ACA3-2FD5-8B989EE004F4}"/>
    <pc:docChg chg="modSld">
      <pc:chgData name="" userId="" providerId="" clId="Web-{D8E548A9-0975-ACA3-2FD5-8B989EE004F4}" dt="2025-11-06T13:35:38.282" v="4" actId="20577"/>
      <pc:docMkLst>
        <pc:docMk/>
      </pc:docMkLst>
      <pc:sldChg chg="modSp">
        <pc:chgData name="" userId="" providerId="" clId="Web-{D8E548A9-0975-ACA3-2FD5-8B989EE004F4}" dt="2025-11-06T13:35:38.282" v="4" actId="20577"/>
        <pc:sldMkLst>
          <pc:docMk/>
          <pc:sldMk cId="109857222" sldId="256"/>
        </pc:sldMkLst>
        <pc:spChg chg="mod">
          <ac:chgData name="" userId="" providerId="" clId="Web-{D8E548A9-0975-ACA3-2FD5-8B989EE004F4}" dt="2025-11-06T13:35:38.282" v="4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Presenteren</a:t>
            </a:r>
            <a:r>
              <a:rPr lang="en-US" dirty="0"/>
              <a:t> &amp; </a:t>
            </a:r>
            <a:r>
              <a:rPr lang="en-US" dirty="0" err="1"/>
              <a:t>reflecteren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457E-4E99-2208-32AE-C9E4B7136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88962-1CDF-15E3-CC49-7EDA9621F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Presentatie</a:t>
            </a:r>
            <a:r>
              <a:rPr lang="en-US" dirty="0">
                <a:ea typeface="+mn-lt"/>
                <a:cs typeface="+mn-lt"/>
              </a:rPr>
              <a:t> bots </a:t>
            </a:r>
            <a:r>
              <a:rPr lang="en-US" err="1">
                <a:ea typeface="+mn-lt"/>
                <a:cs typeface="+mn-lt"/>
              </a:rPr>
              <a:t>aan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elkaar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err="1">
                <a:ea typeface="+mn-lt"/>
                <a:cs typeface="+mn-lt"/>
              </a:rPr>
              <a:t>klas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Reflectie</a:t>
            </a:r>
            <a:r>
              <a:rPr lang="en-US" dirty="0">
                <a:ea typeface="+mn-lt"/>
                <a:cs typeface="+mn-lt"/>
              </a:rPr>
              <a:t> over design-</a:t>
            </a:r>
            <a:r>
              <a:rPr lang="en-US" err="1">
                <a:ea typeface="+mn-lt"/>
                <a:cs typeface="+mn-lt"/>
              </a:rPr>
              <a:t>keuzes</a:t>
            </a:r>
            <a:r>
              <a:rPr lang="en-US" dirty="0">
                <a:ea typeface="+mn-lt"/>
                <a:cs typeface="+mn-lt"/>
              </a:rPr>
              <a:t> + </a:t>
            </a:r>
            <a:r>
              <a:rPr lang="en-US" err="1">
                <a:ea typeface="+mn-lt"/>
                <a:cs typeface="+mn-lt"/>
              </a:rPr>
              <a:t>uitdagingen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r>
              <a:rPr lang="en-US" dirty="0" err="1">
                <a:ea typeface="+mn-lt"/>
                <a:cs typeface="+mn-lt"/>
              </a:rPr>
              <a:t>Afsluiting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toets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projectbeoordeling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96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DE478A5840434A8B9524435F4AFA7A" ma:contentTypeVersion="9" ma:contentTypeDescription="Een nieuw document maken." ma:contentTypeScope="" ma:versionID="0aebcad4c23ccbea195c38278fe2ce8c">
  <xsd:schema xmlns:xsd="http://www.w3.org/2001/XMLSchema" xmlns:xs="http://www.w3.org/2001/XMLSchema" xmlns:p="http://schemas.microsoft.com/office/2006/metadata/properties" xmlns:ns2="23d07a6c-3bdc-485a-bd32-74620ee9bff4" xmlns:ns3="60efcb5a-b75b-4980-aec5-8875ff040f2c" targetNamespace="http://schemas.microsoft.com/office/2006/metadata/properties" ma:root="true" ma:fieldsID="3048681d75fa00e1e9033518be41d6c1" ns2:_="" ns3:_="">
    <xsd:import namespace="23d07a6c-3bdc-485a-bd32-74620ee9bff4"/>
    <xsd:import namespace="60efcb5a-b75b-4980-aec5-8875ff040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07a6c-3bdc-485a-bd32-74620ee9bf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3a693f84-d9d9-45de-9cc2-e572aa08d8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fcb5a-b75b-4980-aec5-8875ff040f2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a148a25-3d01-4b61-81e8-c28c3e777cf5}" ma:internalName="TaxCatchAll" ma:showField="CatchAllData" ma:web="60efcb5a-b75b-4980-aec5-8875ff040f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3d07a6c-3bdc-485a-bd32-74620ee9bff4">
      <Terms xmlns="http://schemas.microsoft.com/office/infopath/2007/PartnerControls"/>
    </lcf76f155ced4ddcb4097134ff3c332f>
    <TaxCatchAll xmlns="60efcb5a-b75b-4980-aec5-8875ff040f2c" xsi:nil="true"/>
  </documentManagement>
</p:properties>
</file>

<file path=customXml/itemProps1.xml><?xml version="1.0" encoding="utf-8"?>
<ds:datastoreItem xmlns:ds="http://schemas.openxmlformats.org/officeDocument/2006/customXml" ds:itemID="{21102E92-8595-47C0-84C6-7341C03550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D58FF4-723F-4080-99BC-34B61C2E7DB8}"/>
</file>

<file path=customXml/itemProps3.xml><?xml version="1.0" encoding="utf-8"?>
<ds:datastoreItem xmlns:ds="http://schemas.openxmlformats.org/officeDocument/2006/customXml" ds:itemID="{199F27B3-9A1F-44C0-854F-3052BF91D41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Presenteren &amp; reflecteren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</cp:revision>
  <dcterms:created xsi:type="dcterms:W3CDTF">2025-11-06T13:35:34Z</dcterms:created>
  <dcterms:modified xsi:type="dcterms:W3CDTF">2025-11-06T13:37:23Z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0x010100F5DE478A5840434A8B9524435F4AFA7A</vt:lpwstr>
  </property>
</Properties>
</file>