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0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56556-5E04-4F75-BEDC-BB1E89008E54}" v="1" dt="2025-11-06T12:53:02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 Tieman" userId="c58f7fcb-1a0d-4ae2-82fa-dd2d34af7a06" providerId="ADAL" clId="{AEB4D397-A6F6-4C21-A8FB-8AA52321E575}"/>
    <pc:docChg chg="custSel addSld modSld">
      <pc:chgData name="Jos Tieman" userId="c58f7fcb-1a0d-4ae2-82fa-dd2d34af7a06" providerId="ADAL" clId="{AEB4D397-A6F6-4C21-A8FB-8AA52321E575}" dt="2025-11-06T13:06:10.394" v="1168" actId="1076"/>
      <pc:docMkLst>
        <pc:docMk/>
      </pc:docMkLst>
      <pc:sldChg chg="addSp delSp modSp mod">
        <pc:chgData name="Jos Tieman" userId="c58f7fcb-1a0d-4ae2-82fa-dd2d34af7a06" providerId="ADAL" clId="{AEB4D397-A6F6-4C21-A8FB-8AA52321E575}" dt="2025-11-06T12:15:24.338" v="4" actId="1076"/>
        <pc:sldMkLst>
          <pc:docMk/>
          <pc:sldMk cId="1965493797" sldId="256"/>
        </pc:sldMkLst>
        <pc:spChg chg="add mod">
          <ac:chgData name="Jos Tieman" userId="c58f7fcb-1a0d-4ae2-82fa-dd2d34af7a06" providerId="ADAL" clId="{AEB4D397-A6F6-4C21-A8FB-8AA52321E575}" dt="2025-11-06T12:14:46.652" v="0" actId="478"/>
          <ac:spMkLst>
            <pc:docMk/>
            <pc:sldMk cId="1965493797" sldId="256"/>
            <ac:spMk id="4" creationId="{2B5BACEC-C675-FE0B-20B0-AC077870C86A}"/>
          </ac:spMkLst>
        </pc:spChg>
        <pc:picChg chg="del">
          <ac:chgData name="Jos Tieman" userId="c58f7fcb-1a0d-4ae2-82fa-dd2d34af7a06" providerId="ADAL" clId="{AEB4D397-A6F6-4C21-A8FB-8AA52321E575}" dt="2025-11-06T12:14:46.652" v="0" actId="478"/>
          <ac:picMkLst>
            <pc:docMk/>
            <pc:sldMk cId="1965493797" sldId="256"/>
            <ac:picMk id="6" creationId="{A0EEE2DD-E372-CEFB-AE5B-DC261D50E37F}"/>
          </ac:picMkLst>
        </pc:picChg>
        <pc:picChg chg="add mod">
          <ac:chgData name="Jos Tieman" userId="c58f7fcb-1a0d-4ae2-82fa-dd2d34af7a06" providerId="ADAL" clId="{AEB4D397-A6F6-4C21-A8FB-8AA52321E575}" dt="2025-11-06T12:15:24.338" v="4" actId="1076"/>
          <ac:picMkLst>
            <pc:docMk/>
            <pc:sldMk cId="1965493797" sldId="256"/>
            <ac:picMk id="7" creationId="{26714BED-CE51-7EFA-0F3F-C802817EE7C6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17:16.993" v="75" actId="1076"/>
        <pc:sldMkLst>
          <pc:docMk/>
          <pc:sldMk cId="2804341486" sldId="257"/>
        </pc:sldMkLst>
        <pc:spChg chg="mod">
          <ac:chgData name="Jos Tieman" userId="c58f7fcb-1a0d-4ae2-82fa-dd2d34af7a06" providerId="ADAL" clId="{AEB4D397-A6F6-4C21-A8FB-8AA52321E575}" dt="2025-11-06T12:17:16.993" v="75" actId="1076"/>
          <ac:spMkLst>
            <pc:docMk/>
            <pc:sldMk cId="2804341486" sldId="257"/>
            <ac:spMk id="2" creationId="{519AABE9-419B-7D7A-51D1-1A50169239D4}"/>
          </ac:spMkLst>
        </pc:spChg>
        <pc:spChg chg="del">
          <ac:chgData name="Jos Tieman" userId="c58f7fcb-1a0d-4ae2-82fa-dd2d34af7a06" providerId="ADAL" clId="{AEB4D397-A6F6-4C21-A8FB-8AA52321E575}" dt="2025-11-06T12:16:35.195" v="9" actId="478"/>
          <ac:spMkLst>
            <pc:docMk/>
            <pc:sldMk cId="2804341486" sldId="257"/>
            <ac:spMk id="3" creationId="{8732C4F4-EEC3-186F-5884-707FC318C6D5}"/>
          </ac:spMkLst>
        </pc:spChg>
        <pc:spChg chg="del">
          <ac:chgData name="Jos Tieman" userId="c58f7fcb-1a0d-4ae2-82fa-dd2d34af7a06" providerId="ADAL" clId="{AEB4D397-A6F6-4C21-A8FB-8AA52321E575}" dt="2025-11-06T12:16:54.982" v="47" actId="478"/>
          <ac:spMkLst>
            <pc:docMk/>
            <pc:sldMk cId="2804341486" sldId="257"/>
            <ac:spMk id="4" creationId="{1E23C915-2F95-5E3E-0EF7-9914C94437CD}"/>
          </ac:spMkLst>
        </pc:spChg>
        <pc:picChg chg="add mod">
          <ac:chgData name="Jos Tieman" userId="c58f7fcb-1a0d-4ae2-82fa-dd2d34af7a06" providerId="ADAL" clId="{AEB4D397-A6F6-4C21-A8FB-8AA52321E575}" dt="2025-11-06T12:16:49.491" v="44" actId="1076"/>
          <ac:picMkLst>
            <pc:docMk/>
            <pc:sldMk cId="2804341486" sldId="257"/>
            <ac:picMk id="6" creationId="{F00CE09E-E132-8AA8-FC06-DA7DF0E153A1}"/>
          </ac:picMkLst>
        </pc:picChg>
      </pc:sldChg>
      <pc:sldChg chg="addSp delSp modSp new mod setBg">
        <pc:chgData name="Jos Tieman" userId="c58f7fcb-1a0d-4ae2-82fa-dd2d34af7a06" providerId="ADAL" clId="{AEB4D397-A6F6-4C21-A8FB-8AA52321E575}" dt="2025-11-06T12:20:22.641" v="118" actId="20577"/>
        <pc:sldMkLst>
          <pc:docMk/>
          <pc:sldMk cId="3388025067" sldId="258"/>
        </pc:sldMkLst>
        <pc:spChg chg="mod">
          <ac:chgData name="Jos Tieman" userId="c58f7fcb-1a0d-4ae2-82fa-dd2d34af7a06" providerId="ADAL" clId="{AEB4D397-A6F6-4C21-A8FB-8AA52321E575}" dt="2025-11-06T12:20:22.641" v="118" actId="20577"/>
          <ac:spMkLst>
            <pc:docMk/>
            <pc:sldMk cId="3388025067" sldId="258"/>
            <ac:spMk id="2" creationId="{DFEC81D9-5B92-A2EA-3DE6-2254BF8C098A}"/>
          </ac:spMkLst>
        </pc:spChg>
        <pc:spChg chg="del">
          <ac:chgData name="Jos Tieman" userId="c58f7fcb-1a0d-4ae2-82fa-dd2d34af7a06" providerId="ADAL" clId="{AEB4D397-A6F6-4C21-A8FB-8AA52321E575}" dt="2025-11-06T12:20:10.409" v="79" actId="26606"/>
          <ac:spMkLst>
            <pc:docMk/>
            <pc:sldMk cId="3388025067" sldId="258"/>
            <ac:spMk id="3" creationId="{929D187F-B2EC-6D7F-7327-E2A03148D7C1}"/>
          </ac:spMkLst>
        </pc:spChg>
        <pc:spChg chg="del">
          <ac:chgData name="Jos Tieman" userId="c58f7fcb-1a0d-4ae2-82fa-dd2d34af7a06" providerId="ADAL" clId="{AEB4D397-A6F6-4C21-A8FB-8AA52321E575}" dt="2025-11-06T12:20:10.409" v="79" actId="26606"/>
          <ac:spMkLst>
            <pc:docMk/>
            <pc:sldMk cId="3388025067" sldId="258"/>
            <ac:spMk id="4" creationId="{07A1BA85-2DBD-C6A7-35A4-C9E6F419B4D4}"/>
          </ac:spMkLst>
        </pc:spChg>
        <pc:spChg chg="add">
          <ac:chgData name="Jos Tieman" userId="c58f7fcb-1a0d-4ae2-82fa-dd2d34af7a06" providerId="ADAL" clId="{AEB4D397-A6F6-4C21-A8FB-8AA52321E575}" dt="2025-11-06T12:20:10.409" v="79" actId="26606"/>
          <ac:spMkLst>
            <pc:docMk/>
            <pc:sldMk cId="3388025067" sldId="258"/>
            <ac:spMk id="11" creationId="{D4771268-CB57-404A-9271-370EB28F6090}"/>
          </ac:spMkLst>
        </pc:spChg>
        <pc:picChg chg="add mod">
          <ac:chgData name="Jos Tieman" userId="c58f7fcb-1a0d-4ae2-82fa-dd2d34af7a06" providerId="ADAL" clId="{AEB4D397-A6F6-4C21-A8FB-8AA52321E575}" dt="2025-11-06T12:20:10.409" v="79" actId="26606"/>
          <ac:picMkLst>
            <pc:docMk/>
            <pc:sldMk cId="3388025067" sldId="258"/>
            <ac:picMk id="6" creationId="{734AEE5A-53CB-C8E7-1E1D-97AEAF13D1A8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21:57.315" v="222" actId="20577"/>
        <pc:sldMkLst>
          <pc:docMk/>
          <pc:sldMk cId="339166764" sldId="259"/>
        </pc:sldMkLst>
        <pc:spChg chg="mod">
          <ac:chgData name="Jos Tieman" userId="c58f7fcb-1a0d-4ae2-82fa-dd2d34af7a06" providerId="ADAL" clId="{AEB4D397-A6F6-4C21-A8FB-8AA52321E575}" dt="2025-11-06T12:21:57.315" v="222" actId="20577"/>
          <ac:spMkLst>
            <pc:docMk/>
            <pc:sldMk cId="339166764" sldId="259"/>
            <ac:spMk id="2" creationId="{85CCBAB7-8FF7-CB77-3120-0625CF5ADD12}"/>
          </ac:spMkLst>
        </pc:spChg>
        <pc:spChg chg="del">
          <ac:chgData name="Jos Tieman" userId="c58f7fcb-1a0d-4ae2-82fa-dd2d34af7a06" providerId="ADAL" clId="{AEB4D397-A6F6-4C21-A8FB-8AA52321E575}" dt="2025-11-06T12:20:59.612" v="121" actId="478"/>
          <ac:spMkLst>
            <pc:docMk/>
            <pc:sldMk cId="339166764" sldId="259"/>
            <ac:spMk id="3" creationId="{92F500C3-9AF2-80F5-E078-66833A534D59}"/>
          </ac:spMkLst>
        </pc:spChg>
        <pc:spChg chg="del">
          <ac:chgData name="Jos Tieman" userId="c58f7fcb-1a0d-4ae2-82fa-dd2d34af7a06" providerId="ADAL" clId="{AEB4D397-A6F6-4C21-A8FB-8AA52321E575}" dt="2025-11-06T12:21:04.648" v="123" actId="478"/>
          <ac:spMkLst>
            <pc:docMk/>
            <pc:sldMk cId="339166764" sldId="259"/>
            <ac:spMk id="4" creationId="{ED7D430F-9534-882C-5A26-E8ECF55960A5}"/>
          </ac:spMkLst>
        </pc:spChg>
        <pc:picChg chg="add mod">
          <ac:chgData name="Jos Tieman" userId="c58f7fcb-1a0d-4ae2-82fa-dd2d34af7a06" providerId="ADAL" clId="{AEB4D397-A6F6-4C21-A8FB-8AA52321E575}" dt="2025-11-06T12:21:51.067" v="221" actId="208"/>
          <ac:picMkLst>
            <pc:docMk/>
            <pc:sldMk cId="339166764" sldId="259"/>
            <ac:picMk id="6" creationId="{C2D58F14-57C3-E492-B547-4FEA2AB08970}"/>
          </ac:picMkLst>
        </pc:picChg>
      </pc:sldChg>
      <pc:sldChg chg="addSp modSp new mod">
        <pc:chgData name="Jos Tieman" userId="c58f7fcb-1a0d-4ae2-82fa-dd2d34af7a06" providerId="ADAL" clId="{AEB4D397-A6F6-4C21-A8FB-8AA52321E575}" dt="2025-11-06T12:23:02.756" v="227" actId="1076"/>
        <pc:sldMkLst>
          <pc:docMk/>
          <pc:sldMk cId="3866247627" sldId="260"/>
        </pc:sldMkLst>
        <pc:picChg chg="add mod">
          <ac:chgData name="Jos Tieman" userId="c58f7fcb-1a0d-4ae2-82fa-dd2d34af7a06" providerId="ADAL" clId="{AEB4D397-A6F6-4C21-A8FB-8AA52321E575}" dt="2025-11-06T12:23:02.756" v="227" actId="1076"/>
          <ac:picMkLst>
            <pc:docMk/>
            <pc:sldMk cId="3866247627" sldId="260"/>
            <ac:picMk id="6" creationId="{CAAF4B59-B343-4FB7-4451-FD756D8AD9A3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25:17.209" v="256" actId="478"/>
        <pc:sldMkLst>
          <pc:docMk/>
          <pc:sldMk cId="2892632580" sldId="261"/>
        </pc:sldMkLst>
        <pc:spChg chg="mod">
          <ac:chgData name="Jos Tieman" userId="c58f7fcb-1a0d-4ae2-82fa-dd2d34af7a06" providerId="ADAL" clId="{AEB4D397-A6F6-4C21-A8FB-8AA52321E575}" dt="2025-11-06T12:25:13.177" v="254" actId="1076"/>
          <ac:spMkLst>
            <pc:docMk/>
            <pc:sldMk cId="2892632580" sldId="261"/>
            <ac:spMk id="2" creationId="{A65FC973-8BB2-2C10-2A3F-0117D63B696D}"/>
          </ac:spMkLst>
        </pc:spChg>
        <pc:spChg chg="del">
          <ac:chgData name="Jos Tieman" userId="c58f7fcb-1a0d-4ae2-82fa-dd2d34af7a06" providerId="ADAL" clId="{AEB4D397-A6F6-4C21-A8FB-8AA52321E575}" dt="2025-11-06T12:25:17.209" v="256" actId="478"/>
          <ac:spMkLst>
            <pc:docMk/>
            <pc:sldMk cId="2892632580" sldId="261"/>
            <ac:spMk id="3" creationId="{CC8A6F84-D8A2-B72F-8057-8BC4C88D2CA7}"/>
          </ac:spMkLst>
        </pc:spChg>
        <pc:spChg chg="del mod">
          <ac:chgData name="Jos Tieman" userId="c58f7fcb-1a0d-4ae2-82fa-dd2d34af7a06" providerId="ADAL" clId="{AEB4D397-A6F6-4C21-A8FB-8AA52321E575}" dt="2025-11-06T12:25:10.136" v="253" actId="478"/>
          <ac:spMkLst>
            <pc:docMk/>
            <pc:sldMk cId="2892632580" sldId="261"/>
            <ac:spMk id="4" creationId="{36411992-5373-4087-388B-B9149429F82A}"/>
          </ac:spMkLst>
        </pc:spChg>
        <pc:picChg chg="add mod">
          <ac:chgData name="Jos Tieman" userId="c58f7fcb-1a0d-4ae2-82fa-dd2d34af7a06" providerId="ADAL" clId="{AEB4D397-A6F6-4C21-A8FB-8AA52321E575}" dt="2025-11-06T12:25:15.623" v="255" actId="1076"/>
          <ac:picMkLst>
            <pc:docMk/>
            <pc:sldMk cId="2892632580" sldId="261"/>
            <ac:picMk id="6" creationId="{B4EF8C07-7AB6-68AF-4813-4DC96B723E68}"/>
          </ac:picMkLst>
        </pc:picChg>
      </pc:sldChg>
      <pc:sldChg chg="addSp delSp modSp new mod setBg">
        <pc:chgData name="Jos Tieman" userId="c58f7fcb-1a0d-4ae2-82fa-dd2d34af7a06" providerId="ADAL" clId="{AEB4D397-A6F6-4C21-A8FB-8AA52321E575}" dt="2025-11-06T12:28:24.431" v="355" actId="26606"/>
        <pc:sldMkLst>
          <pc:docMk/>
          <pc:sldMk cId="2737296301" sldId="262"/>
        </pc:sldMkLst>
        <pc:spChg chg="mod">
          <ac:chgData name="Jos Tieman" userId="c58f7fcb-1a0d-4ae2-82fa-dd2d34af7a06" providerId="ADAL" clId="{AEB4D397-A6F6-4C21-A8FB-8AA52321E575}" dt="2025-11-06T12:28:24.431" v="355" actId="26606"/>
          <ac:spMkLst>
            <pc:docMk/>
            <pc:sldMk cId="2737296301" sldId="262"/>
            <ac:spMk id="2" creationId="{7C1FA4DE-82B2-CB56-F09F-C806D3B1B916}"/>
          </ac:spMkLst>
        </pc:spChg>
        <pc:spChg chg="del">
          <ac:chgData name="Jos Tieman" userId="c58f7fcb-1a0d-4ae2-82fa-dd2d34af7a06" providerId="ADAL" clId="{AEB4D397-A6F6-4C21-A8FB-8AA52321E575}" dt="2025-11-06T12:28:24.431" v="355" actId="26606"/>
          <ac:spMkLst>
            <pc:docMk/>
            <pc:sldMk cId="2737296301" sldId="262"/>
            <ac:spMk id="3" creationId="{B4CD5EE3-B59E-D49A-CB31-26381718F0E8}"/>
          </ac:spMkLst>
        </pc:spChg>
        <pc:spChg chg="del">
          <ac:chgData name="Jos Tieman" userId="c58f7fcb-1a0d-4ae2-82fa-dd2d34af7a06" providerId="ADAL" clId="{AEB4D397-A6F6-4C21-A8FB-8AA52321E575}" dt="2025-11-06T12:27:53.842" v="289" actId="478"/>
          <ac:spMkLst>
            <pc:docMk/>
            <pc:sldMk cId="2737296301" sldId="262"/>
            <ac:spMk id="4" creationId="{E6F38CEF-F898-58A1-8611-3086142A5AD1}"/>
          </ac:spMkLst>
        </pc:spChg>
        <pc:spChg chg="add">
          <ac:chgData name="Jos Tieman" userId="c58f7fcb-1a0d-4ae2-82fa-dd2d34af7a06" providerId="ADAL" clId="{AEB4D397-A6F6-4C21-A8FB-8AA52321E575}" dt="2025-11-06T12:28:24.431" v="355" actId="26606"/>
          <ac:spMkLst>
            <pc:docMk/>
            <pc:sldMk cId="2737296301" sldId="262"/>
            <ac:spMk id="11" creationId="{D4771268-CB57-404A-9271-370EB28F6090}"/>
          </ac:spMkLst>
        </pc:spChg>
        <pc:picChg chg="add mod">
          <ac:chgData name="Jos Tieman" userId="c58f7fcb-1a0d-4ae2-82fa-dd2d34af7a06" providerId="ADAL" clId="{AEB4D397-A6F6-4C21-A8FB-8AA52321E575}" dt="2025-11-06T12:28:24.431" v="355" actId="26606"/>
          <ac:picMkLst>
            <pc:docMk/>
            <pc:sldMk cId="2737296301" sldId="262"/>
            <ac:picMk id="6" creationId="{C48D2E61-8246-C606-725F-AB72EEE6246B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30:49.542" v="448" actId="478"/>
        <pc:sldMkLst>
          <pc:docMk/>
          <pc:sldMk cId="716111970" sldId="263"/>
        </pc:sldMkLst>
        <pc:spChg chg="mod">
          <ac:chgData name="Jos Tieman" userId="c58f7fcb-1a0d-4ae2-82fa-dd2d34af7a06" providerId="ADAL" clId="{AEB4D397-A6F6-4C21-A8FB-8AA52321E575}" dt="2025-11-06T12:30:40.701" v="447" actId="404"/>
          <ac:spMkLst>
            <pc:docMk/>
            <pc:sldMk cId="716111970" sldId="263"/>
            <ac:spMk id="2" creationId="{0F6664EE-A77F-4105-A832-07EC297EF3A3}"/>
          </ac:spMkLst>
        </pc:spChg>
        <pc:spChg chg="del">
          <ac:chgData name="Jos Tieman" userId="c58f7fcb-1a0d-4ae2-82fa-dd2d34af7a06" providerId="ADAL" clId="{AEB4D397-A6F6-4C21-A8FB-8AA52321E575}" dt="2025-11-06T12:30:49.542" v="448" actId="478"/>
          <ac:spMkLst>
            <pc:docMk/>
            <pc:sldMk cId="716111970" sldId="263"/>
            <ac:spMk id="4" creationId="{43731E40-30AD-5416-749B-81CA9605EE15}"/>
          </ac:spMkLst>
        </pc:spChg>
        <pc:picChg chg="add mod">
          <ac:chgData name="Jos Tieman" userId="c58f7fcb-1a0d-4ae2-82fa-dd2d34af7a06" providerId="ADAL" clId="{AEB4D397-A6F6-4C21-A8FB-8AA52321E575}" dt="2025-11-06T12:30:10.768" v="359" actId="1076"/>
          <ac:picMkLst>
            <pc:docMk/>
            <pc:sldMk cId="716111970" sldId="263"/>
            <ac:picMk id="6" creationId="{A0DF469E-A933-E401-9BB0-4C77F04E0E87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35:38.611" v="566" actId="478"/>
        <pc:sldMkLst>
          <pc:docMk/>
          <pc:sldMk cId="2138204095" sldId="264"/>
        </pc:sldMkLst>
        <pc:spChg chg="mod">
          <ac:chgData name="Jos Tieman" userId="c58f7fcb-1a0d-4ae2-82fa-dd2d34af7a06" providerId="ADAL" clId="{AEB4D397-A6F6-4C21-A8FB-8AA52321E575}" dt="2025-11-06T12:35:36.409" v="565" actId="1076"/>
          <ac:spMkLst>
            <pc:docMk/>
            <pc:sldMk cId="2138204095" sldId="264"/>
            <ac:spMk id="2" creationId="{B56250B3-0136-8B40-2844-862468B7DD0E}"/>
          </ac:spMkLst>
        </pc:spChg>
        <pc:spChg chg="del">
          <ac:chgData name="Jos Tieman" userId="c58f7fcb-1a0d-4ae2-82fa-dd2d34af7a06" providerId="ADAL" clId="{AEB4D397-A6F6-4C21-A8FB-8AA52321E575}" dt="2025-11-06T12:35:38.611" v="566" actId="478"/>
          <ac:spMkLst>
            <pc:docMk/>
            <pc:sldMk cId="2138204095" sldId="264"/>
            <ac:spMk id="4" creationId="{4C6465C2-FF88-CEC0-455A-18BE3BCFEEAD}"/>
          </ac:spMkLst>
        </pc:spChg>
        <pc:picChg chg="add mod">
          <ac:chgData name="Jos Tieman" userId="c58f7fcb-1a0d-4ae2-82fa-dd2d34af7a06" providerId="ADAL" clId="{AEB4D397-A6F6-4C21-A8FB-8AA52321E575}" dt="2025-11-06T12:35:09.183" v="451" actId="1076"/>
          <ac:picMkLst>
            <pc:docMk/>
            <pc:sldMk cId="2138204095" sldId="264"/>
            <ac:picMk id="6" creationId="{EEFA1DD9-D9C1-15E2-3934-5D22A5BD8318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41:44.747" v="648" actId="20577"/>
        <pc:sldMkLst>
          <pc:docMk/>
          <pc:sldMk cId="2393489095" sldId="265"/>
        </pc:sldMkLst>
        <pc:spChg chg="mod">
          <ac:chgData name="Jos Tieman" userId="c58f7fcb-1a0d-4ae2-82fa-dd2d34af7a06" providerId="ADAL" clId="{AEB4D397-A6F6-4C21-A8FB-8AA52321E575}" dt="2025-11-06T12:41:44.747" v="648" actId="20577"/>
          <ac:spMkLst>
            <pc:docMk/>
            <pc:sldMk cId="2393489095" sldId="265"/>
            <ac:spMk id="2" creationId="{D6415C0D-9055-774F-E487-AE36A0F6406B}"/>
          </ac:spMkLst>
        </pc:spChg>
        <pc:spChg chg="del">
          <ac:chgData name="Jos Tieman" userId="c58f7fcb-1a0d-4ae2-82fa-dd2d34af7a06" providerId="ADAL" clId="{AEB4D397-A6F6-4C21-A8FB-8AA52321E575}" dt="2025-11-06T12:40:02.687" v="576" actId="478"/>
          <ac:spMkLst>
            <pc:docMk/>
            <pc:sldMk cId="2393489095" sldId="265"/>
            <ac:spMk id="3" creationId="{7BDF7385-E9E9-4073-FE53-310F42EE323E}"/>
          </ac:spMkLst>
        </pc:spChg>
        <pc:spChg chg="del mod">
          <ac:chgData name="Jos Tieman" userId="c58f7fcb-1a0d-4ae2-82fa-dd2d34af7a06" providerId="ADAL" clId="{AEB4D397-A6F6-4C21-A8FB-8AA52321E575}" dt="2025-11-06T12:40:33.172" v="584" actId="478"/>
          <ac:spMkLst>
            <pc:docMk/>
            <pc:sldMk cId="2393489095" sldId="265"/>
            <ac:spMk id="4" creationId="{B4F6036E-0B8C-0763-2ECC-FBD1018FBD2D}"/>
          </ac:spMkLst>
        </pc:spChg>
        <pc:picChg chg="add del mod">
          <ac:chgData name="Jos Tieman" userId="c58f7fcb-1a0d-4ae2-82fa-dd2d34af7a06" providerId="ADAL" clId="{AEB4D397-A6F6-4C21-A8FB-8AA52321E575}" dt="2025-11-06T12:40:28.362" v="581" actId="478"/>
          <ac:picMkLst>
            <pc:docMk/>
            <pc:sldMk cId="2393489095" sldId="265"/>
            <ac:picMk id="6" creationId="{344B7DD0-4597-5338-719B-E86C68CD5657}"/>
          </ac:picMkLst>
        </pc:picChg>
        <pc:picChg chg="add mod">
          <ac:chgData name="Jos Tieman" userId="c58f7fcb-1a0d-4ae2-82fa-dd2d34af7a06" providerId="ADAL" clId="{AEB4D397-A6F6-4C21-A8FB-8AA52321E575}" dt="2025-11-06T12:40:30.914" v="583" actId="1076"/>
          <ac:picMkLst>
            <pc:docMk/>
            <pc:sldMk cId="2393489095" sldId="265"/>
            <ac:picMk id="8" creationId="{2A583F6F-A3F1-5B8F-1FD2-C7687DDDE2A4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42:57.625" v="739" actId="1076"/>
        <pc:sldMkLst>
          <pc:docMk/>
          <pc:sldMk cId="897913059" sldId="266"/>
        </pc:sldMkLst>
        <pc:spChg chg="mod">
          <ac:chgData name="Jos Tieman" userId="c58f7fcb-1a0d-4ae2-82fa-dd2d34af7a06" providerId="ADAL" clId="{AEB4D397-A6F6-4C21-A8FB-8AA52321E575}" dt="2025-11-06T12:42:57.625" v="739" actId="1076"/>
          <ac:spMkLst>
            <pc:docMk/>
            <pc:sldMk cId="897913059" sldId="266"/>
            <ac:spMk id="2" creationId="{B9A5E462-7B95-4BD3-B602-703AAFBB0596}"/>
          </ac:spMkLst>
        </pc:spChg>
        <pc:spChg chg="del">
          <ac:chgData name="Jos Tieman" userId="c58f7fcb-1a0d-4ae2-82fa-dd2d34af7a06" providerId="ADAL" clId="{AEB4D397-A6F6-4C21-A8FB-8AA52321E575}" dt="2025-11-06T12:42:29.502" v="654" actId="478"/>
          <ac:spMkLst>
            <pc:docMk/>
            <pc:sldMk cId="897913059" sldId="266"/>
            <ac:spMk id="3" creationId="{9B6A0F37-1553-3651-5821-955BCC9ACEC8}"/>
          </ac:spMkLst>
        </pc:spChg>
        <pc:spChg chg="del">
          <ac:chgData name="Jos Tieman" userId="c58f7fcb-1a0d-4ae2-82fa-dd2d34af7a06" providerId="ADAL" clId="{AEB4D397-A6F6-4C21-A8FB-8AA52321E575}" dt="2025-11-06T12:42:28.344" v="653" actId="478"/>
          <ac:spMkLst>
            <pc:docMk/>
            <pc:sldMk cId="897913059" sldId="266"/>
            <ac:spMk id="4" creationId="{933BDB17-9959-4D9C-FEB1-0E07BEB91C25}"/>
          </ac:spMkLst>
        </pc:spChg>
        <pc:picChg chg="add mod">
          <ac:chgData name="Jos Tieman" userId="c58f7fcb-1a0d-4ae2-82fa-dd2d34af7a06" providerId="ADAL" clId="{AEB4D397-A6F6-4C21-A8FB-8AA52321E575}" dt="2025-11-06T12:42:37.999" v="657" actId="14100"/>
          <ac:picMkLst>
            <pc:docMk/>
            <pc:sldMk cId="897913059" sldId="266"/>
            <ac:picMk id="6" creationId="{C7107DCD-69A8-8032-4C9A-A182600EFA4D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2:49:33.167" v="887" actId="1076"/>
        <pc:sldMkLst>
          <pc:docMk/>
          <pc:sldMk cId="2316358293" sldId="267"/>
        </pc:sldMkLst>
        <pc:spChg chg="mod">
          <ac:chgData name="Jos Tieman" userId="c58f7fcb-1a0d-4ae2-82fa-dd2d34af7a06" providerId="ADAL" clId="{AEB4D397-A6F6-4C21-A8FB-8AA52321E575}" dt="2025-11-06T12:49:33.167" v="887" actId="1076"/>
          <ac:spMkLst>
            <pc:docMk/>
            <pc:sldMk cId="2316358293" sldId="267"/>
            <ac:spMk id="2" creationId="{F431ACFF-DFB3-70F8-15C9-1030B40DF998}"/>
          </ac:spMkLst>
        </pc:spChg>
        <pc:spChg chg="del">
          <ac:chgData name="Jos Tieman" userId="c58f7fcb-1a0d-4ae2-82fa-dd2d34af7a06" providerId="ADAL" clId="{AEB4D397-A6F6-4C21-A8FB-8AA52321E575}" dt="2025-11-06T12:48:42.095" v="746" actId="478"/>
          <ac:spMkLst>
            <pc:docMk/>
            <pc:sldMk cId="2316358293" sldId="267"/>
            <ac:spMk id="4" creationId="{045E2ED1-EBD4-0934-0182-A129BCEA8CC6}"/>
          </ac:spMkLst>
        </pc:spChg>
        <pc:picChg chg="add mod">
          <ac:chgData name="Jos Tieman" userId="c58f7fcb-1a0d-4ae2-82fa-dd2d34af7a06" providerId="ADAL" clId="{AEB4D397-A6F6-4C21-A8FB-8AA52321E575}" dt="2025-11-06T12:48:36.669" v="744" actId="208"/>
          <ac:picMkLst>
            <pc:docMk/>
            <pc:sldMk cId="2316358293" sldId="267"/>
            <ac:picMk id="6" creationId="{D8A14072-0A6D-C908-450F-1CC854B36B89}"/>
          </ac:picMkLst>
        </pc:picChg>
      </pc:sldChg>
      <pc:sldChg chg="addSp modSp new mod">
        <pc:chgData name="Jos Tieman" userId="c58f7fcb-1a0d-4ae2-82fa-dd2d34af7a06" providerId="ADAL" clId="{AEB4D397-A6F6-4C21-A8FB-8AA52321E575}" dt="2025-11-06T12:50:34.848" v="891" actId="1076"/>
        <pc:sldMkLst>
          <pc:docMk/>
          <pc:sldMk cId="3806155015" sldId="268"/>
        </pc:sldMkLst>
        <pc:picChg chg="add mod">
          <ac:chgData name="Jos Tieman" userId="c58f7fcb-1a0d-4ae2-82fa-dd2d34af7a06" providerId="ADAL" clId="{AEB4D397-A6F6-4C21-A8FB-8AA52321E575}" dt="2025-11-06T12:50:34.848" v="891" actId="1076"/>
          <ac:picMkLst>
            <pc:docMk/>
            <pc:sldMk cId="3806155015" sldId="268"/>
            <ac:picMk id="6" creationId="{F5DD4F46-0D20-D2D9-7A3F-6E7CC10CD3CE}"/>
          </ac:picMkLst>
        </pc:picChg>
      </pc:sldChg>
      <pc:sldChg chg="addSp modSp new mod">
        <pc:chgData name="Jos Tieman" userId="c58f7fcb-1a0d-4ae2-82fa-dd2d34af7a06" providerId="ADAL" clId="{AEB4D397-A6F6-4C21-A8FB-8AA52321E575}" dt="2025-11-06T12:53:51.974" v="1020" actId="208"/>
        <pc:sldMkLst>
          <pc:docMk/>
          <pc:sldMk cId="939266334" sldId="269"/>
        </pc:sldMkLst>
        <pc:spChg chg="add mod">
          <ac:chgData name="Jos Tieman" userId="c58f7fcb-1a0d-4ae2-82fa-dd2d34af7a06" providerId="ADAL" clId="{AEB4D397-A6F6-4C21-A8FB-8AA52321E575}" dt="2025-11-06T12:53:51.974" v="1020" actId="208"/>
          <ac:spMkLst>
            <pc:docMk/>
            <pc:sldMk cId="939266334" sldId="269"/>
            <ac:spMk id="7" creationId="{F08D1C3F-1C88-FE48-ACA3-2F118671DCB8}"/>
          </ac:spMkLst>
        </pc:spChg>
        <pc:picChg chg="add mod">
          <ac:chgData name="Jos Tieman" userId="c58f7fcb-1a0d-4ae2-82fa-dd2d34af7a06" providerId="ADAL" clId="{AEB4D397-A6F6-4C21-A8FB-8AA52321E575}" dt="2025-11-06T12:52:50.198" v="895" actId="1076"/>
          <ac:picMkLst>
            <pc:docMk/>
            <pc:sldMk cId="939266334" sldId="269"/>
            <ac:picMk id="6" creationId="{DE3C2CC4-E9A9-802D-CD7F-4428BF58590A}"/>
          </ac:picMkLst>
        </pc:picChg>
      </pc:sldChg>
      <pc:sldChg chg="addSp new mod">
        <pc:chgData name="Jos Tieman" userId="c58f7fcb-1a0d-4ae2-82fa-dd2d34af7a06" providerId="ADAL" clId="{AEB4D397-A6F6-4C21-A8FB-8AA52321E575}" dt="2025-11-06T13:04:14.011" v="1022" actId="22"/>
        <pc:sldMkLst>
          <pc:docMk/>
          <pc:sldMk cId="703108561" sldId="270"/>
        </pc:sldMkLst>
        <pc:picChg chg="add">
          <ac:chgData name="Jos Tieman" userId="c58f7fcb-1a0d-4ae2-82fa-dd2d34af7a06" providerId="ADAL" clId="{AEB4D397-A6F6-4C21-A8FB-8AA52321E575}" dt="2025-11-06T13:04:14.011" v="1022" actId="22"/>
          <ac:picMkLst>
            <pc:docMk/>
            <pc:sldMk cId="703108561" sldId="270"/>
            <ac:picMk id="6" creationId="{39709A41-F7D7-28DC-29FE-3FC9E9C9DBD8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3:06:10.394" v="1168" actId="1076"/>
        <pc:sldMkLst>
          <pc:docMk/>
          <pc:sldMk cId="3417960962" sldId="271"/>
        </pc:sldMkLst>
        <pc:spChg chg="mod">
          <ac:chgData name="Jos Tieman" userId="c58f7fcb-1a0d-4ae2-82fa-dd2d34af7a06" providerId="ADAL" clId="{AEB4D397-A6F6-4C21-A8FB-8AA52321E575}" dt="2025-11-06T13:06:10.394" v="1168" actId="1076"/>
          <ac:spMkLst>
            <pc:docMk/>
            <pc:sldMk cId="3417960962" sldId="271"/>
            <ac:spMk id="2" creationId="{13654CD5-3247-BB2F-0132-B56ECD7F46B6}"/>
          </ac:spMkLst>
        </pc:spChg>
        <pc:spChg chg="del">
          <ac:chgData name="Jos Tieman" userId="c58f7fcb-1a0d-4ae2-82fa-dd2d34af7a06" providerId="ADAL" clId="{AEB4D397-A6F6-4C21-A8FB-8AA52321E575}" dt="2025-11-06T13:05:23.702" v="1025" actId="478"/>
          <ac:spMkLst>
            <pc:docMk/>
            <pc:sldMk cId="3417960962" sldId="271"/>
            <ac:spMk id="3" creationId="{9582DBA0-D91E-668A-6371-954E86629D82}"/>
          </ac:spMkLst>
        </pc:spChg>
        <pc:spChg chg="del">
          <ac:chgData name="Jos Tieman" userId="c58f7fcb-1a0d-4ae2-82fa-dd2d34af7a06" providerId="ADAL" clId="{AEB4D397-A6F6-4C21-A8FB-8AA52321E575}" dt="2025-11-06T13:05:47.342" v="1099" actId="478"/>
          <ac:spMkLst>
            <pc:docMk/>
            <pc:sldMk cId="3417960962" sldId="271"/>
            <ac:spMk id="4" creationId="{D1969F4D-9575-391A-662F-AC25579AD0E2}"/>
          </ac:spMkLst>
        </pc:spChg>
        <pc:picChg chg="add mod">
          <ac:chgData name="Jos Tieman" userId="c58f7fcb-1a0d-4ae2-82fa-dd2d34af7a06" providerId="ADAL" clId="{AEB4D397-A6F6-4C21-A8FB-8AA52321E575}" dt="2025-11-06T13:05:32.032" v="1027" actId="14100"/>
          <ac:picMkLst>
            <pc:docMk/>
            <pc:sldMk cId="3417960962" sldId="271"/>
            <ac:picMk id="6" creationId="{5EAC3DA9-52A1-32CA-C560-A1174418D28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65579-6BAA-9AEB-7F51-CA78EB085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27694A5-8AFF-E7D1-1315-621D37A9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232B463-F283-2C12-E68B-37AADC35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AB09E47-9B3F-1485-990B-1521C7C5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560535D-3126-782B-6288-F6EA5A28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664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F0249-9033-1C64-0A8A-96721FDE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359AC4-4394-42F9-714A-60B7214F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98742B2-8248-0447-9CF9-9CDC5ED8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769A5FD-39DE-52BE-0409-F06257559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648391-2C14-006E-CAC5-08D9CDC2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29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B68AD-DE7B-A3AA-C40C-B2630736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5B1A9AE-E9B9-360E-B413-7B2E40232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2C2654-1691-1698-7A46-392F1DEA5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646E205-EAEB-46E2-8F1C-9B9EC289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E562A1-EEE1-8103-CF81-827FA8C0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89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03F1F-EA92-E0C5-CD94-830CA4E7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A5BC0A5-E4CD-1F70-1BD0-88874DA39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3ACD729-9FB4-4728-ACC9-985FE926C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466BC72-EFE2-CDF2-E25B-347E27D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15E0E09-4CD5-C0DA-A1E0-058183B2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EB01798-2269-BE96-449B-48EBEB7D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841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B0FCF-4D47-195A-38C0-9230A1D6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B91CC9B-8396-185F-6FE4-621ADDEB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D92776F-F861-A1B7-8C41-F187FCBE2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18EF6E4-ACDB-7DB7-D43A-E308E8D77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B867FCD-DD12-F99A-21B5-51D0DD152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462DA09-EA7C-5265-4644-5EF73DDC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7D31A59-584D-924D-C9B7-6979FF6C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B60B10D-02C5-08AC-0AD7-AB149CD1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710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6D704-AC44-B576-1F60-420E9089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D553489-7866-27C0-5149-C3A1B212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69B721E-A68F-089A-6BBE-0BF67030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EA6114-7E55-2BB1-9542-AFBFB572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653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F4A979B-62ED-42CE-B9B2-5E9FDD3C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E763C98-6678-3566-CA9E-545394C7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4A6B828-FE0E-E870-368E-246C2E97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670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4968E-6E4E-1A70-BE49-DF8D6F5B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02CB79-E5D0-858C-48E3-A89166138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13964E-D5B7-0F3E-E4A9-67825914F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85C19B7-03B0-488A-79D1-AA2AAAF0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5EDBAC0-47CE-D231-AD49-C1227B9F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B6C1B6-BF28-9F63-6EFF-A8668FA8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049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ACC7F-5F0A-8F42-7496-C49AC7BA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DC310C8-307E-DC0E-35C6-33F056789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C417740-3792-5EE0-74BB-F2E843639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9E32B68-4442-1089-C738-DD15F092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8F811-6BCF-066F-E154-BA0E14CB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C57C927-ADBB-6249-7E7B-F7D504E4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99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49C49-B3D9-F703-5D1E-A20A4387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90A30C8-3826-EA0B-4E58-9E74D9DC0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A76282-2D95-BAC6-E083-AF0871D3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550406-FD7F-5AA3-613B-B062BC5C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63438A7-EB80-7042-951A-DE1699BC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120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96807B5-B703-3068-0A3B-150E532C0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2637CAF-94B1-1A50-CBF9-1B43CFCFC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1340734-A21B-AB38-3C0B-C628D7E8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83EF752-9111-7E99-EBD7-07DBB793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C9EF055-28E6-4977-6BEF-13C6A305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744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D38EBE2-3A68-C6E3-64EB-6EEF5275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9242366-261F-E6AA-F765-CDAAEDCBA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802E9C-45CB-6A15-52B3-D77B0D184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EA13C-46D1-475F-8B4F-991D69729C27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472903-70EB-EB72-C173-FA46398CE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C1E14C5-0EB9-B13F-38B7-7AC03BBE5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B5C33-D8D4-49C9-A690-3069C414D71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486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F9D42-24D3-274C-5BD3-1F3F74226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54" y="5083194"/>
            <a:ext cx="11415193" cy="1600200"/>
          </a:xfrm>
        </p:spPr>
        <p:txBody>
          <a:bodyPr>
            <a:normAutofit/>
          </a:bodyPr>
          <a:lstStyle/>
          <a:p>
            <a:r>
              <a:rPr lang="nl-NL" sz="2800" dirty="0"/>
              <a:t>Je zou Microsoft </a:t>
            </a:r>
            <a:r>
              <a:rPr lang="nl-NL" sz="2800" dirty="0" err="1"/>
              <a:t>Copilot</a:t>
            </a:r>
            <a:r>
              <a:rPr lang="nl-NL" sz="2800" dirty="0"/>
              <a:t> Studio kunnen gebruiken voor maken van een agent</a:t>
            </a:r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B5BACEC-C675-FE0B-20B0-AC077870C86A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6714BED-CE51-7EFA-0F3F-C802817EE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590" y="174606"/>
            <a:ext cx="9668982" cy="585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9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AABE9-419B-7D7A-51D1-1A501692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14" y="1448602"/>
            <a:ext cx="2107052" cy="3258152"/>
          </a:xfrm>
        </p:spPr>
        <p:txBody>
          <a:bodyPr/>
          <a:lstStyle/>
          <a:p>
            <a:r>
              <a:rPr lang="nl-NL" dirty="0"/>
              <a:t>Beschrijf hier wat voor soort agent je wilt maken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00CE09E-E132-8AA8-FC06-DA7DF0E15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312" y="150846"/>
            <a:ext cx="9226711" cy="62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4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EC81D9-5B92-A2EA-3DE6-2254BF8C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Voorbeeld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beschrijving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van de agent</a:t>
            </a:r>
          </a:p>
        </p:txBody>
      </p:sp>
      <p:pic>
        <p:nvPicPr>
          <p:cNvPr id="6" name="Tijdelijke aanduiding voor afbeelding 5">
            <a:extLst>
              <a:ext uri="{FF2B5EF4-FFF2-40B4-BE49-F238E27FC236}">
                <a16:creationId xmlns:a16="http://schemas.microsoft.com/office/drawing/2014/main" id="{734AEE5A-53CB-C8E7-1E1D-97AEAF13D1A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4777316" y="673176"/>
            <a:ext cx="6780700" cy="550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2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CCBAB7-8FF7-CB77-3120-0625CF5A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81" y="2266749"/>
            <a:ext cx="3542097" cy="2594008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Copilot</a:t>
            </a:r>
            <a:r>
              <a:rPr lang="nl-NL" dirty="0"/>
              <a:t> studio heeft een agent gegenereerd. </a:t>
            </a:r>
            <a:br>
              <a:rPr lang="nl-NL" dirty="0"/>
            </a:br>
            <a:br>
              <a:rPr lang="nl-NL" dirty="0"/>
            </a:br>
            <a:r>
              <a:rPr lang="nl-NL" dirty="0"/>
              <a:t>Deze kunnen we nu testen.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2D58F14-57C3-E492-B547-4FEA2AB0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633" y="0"/>
            <a:ext cx="7388831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16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554A4-D102-87E4-72C3-ED9F0077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367FFFD-DD20-6816-0919-2591C2597695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D2F4595-17BF-7BC5-1759-02954B1A3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AAF4B59-B343-4FB7-4451-FD756D8A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1" y="332161"/>
            <a:ext cx="11213432" cy="618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4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FC973-8BB2-2C10-2A3F-0117D63B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4" y="5054527"/>
            <a:ext cx="3932237" cy="1600200"/>
          </a:xfrm>
        </p:spPr>
        <p:txBody>
          <a:bodyPr/>
          <a:lstStyle/>
          <a:p>
            <a:r>
              <a:rPr lang="nl-NL" dirty="0"/>
              <a:t>Voorbeeld vragen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4EF8C07-7AB6-68AF-4813-4DC96B72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489" y="193747"/>
            <a:ext cx="6864315" cy="646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3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1FA4DE-82B2-CB56-F09F-C806D3B1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Bij testen blijkt de output té gedetailleerd en te vaag. De rode vlakken worden toegevoegd.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48D2E61-8246-C606-725F-AB72EEE6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91839"/>
            <a:ext cx="6780700" cy="527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96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664EE-A77F-4105-A832-07EC297EF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69" y="6057900"/>
            <a:ext cx="11798182" cy="628448"/>
          </a:xfrm>
        </p:spPr>
        <p:txBody>
          <a:bodyPr>
            <a:noAutofit/>
          </a:bodyPr>
          <a:lstStyle/>
          <a:p>
            <a:r>
              <a:rPr lang="nl-NL" sz="2800" dirty="0"/>
              <a:t>Controle vernieuwde ‘agent’, antwoorden zijn duidelijker maar nog te uitgebreid.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D7E857F-EA6A-E3FC-4227-982209B6E88D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0DF469E-A933-E401-9BB0-4C77F04E0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81" y="162127"/>
            <a:ext cx="10144270" cy="570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1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250B3-0136-8B40-2844-862468B7D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43" y="1840881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nl-NL" dirty="0"/>
              <a:t>De agent blijft teveel input geven.</a:t>
            </a:r>
            <a:br>
              <a:rPr lang="nl-NL" dirty="0"/>
            </a:br>
            <a:br>
              <a:rPr lang="nl-NL" dirty="0"/>
            </a:br>
            <a:r>
              <a:rPr lang="nl-NL" dirty="0"/>
              <a:t>Ik kies ervoor om een soort gesprek op te starten met de agent.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F0662EA-B229-7737-E70C-98D78D1D87BE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EFA1DD9-D9C1-15E2-3934-5D22A5BD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650" y="-4763"/>
            <a:ext cx="7449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0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415C0D-9055-774F-E487-AE36A0F6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365" y="4406693"/>
            <a:ext cx="6667090" cy="2167362"/>
          </a:xfrm>
        </p:spPr>
        <p:txBody>
          <a:bodyPr/>
          <a:lstStyle/>
          <a:p>
            <a:r>
              <a:rPr lang="nl-NL" dirty="0"/>
              <a:t>De eerste zin wordt sterk meegenomen. 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A583F6F-A3F1-5B8F-1FD2-C7687DDD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542" y="353424"/>
            <a:ext cx="831648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8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5E462-7B95-4BD3-B602-703AAFBB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75" y="4201426"/>
            <a:ext cx="5991105" cy="1929865"/>
          </a:xfrm>
        </p:spPr>
        <p:txBody>
          <a:bodyPr>
            <a:normAutofit/>
          </a:bodyPr>
          <a:lstStyle/>
          <a:p>
            <a:r>
              <a:rPr lang="nl-NL" dirty="0"/>
              <a:t>Nu zien we voor het eerst dat het een agent wordt waarmee gechat kan worden.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7107DCD-69A8-8032-4C9A-A182600E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810" y="445246"/>
            <a:ext cx="8760310" cy="344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13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1ACFF-DFB3-70F8-15C9-1030B40D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91" y="1941318"/>
            <a:ext cx="3932237" cy="2965836"/>
          </a:xfrm>
        </p:spPr>
        <p:txBody>
          <a:bodyPr>
            <a:normAutofit/>
          </a:bodyPr>
          <a:lstStyle/>
          <a:p>
            <a:r>
              <a:rPr lang="nl-NL" dirty="0"/>
              <a:t>Doordat je blijft testen kun je op basis van de output bepalen of je tevreden bent of dat je de beschrijving wilt aanpassen. 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E0B4C88-DF2C-EC68-B5CA-EA065427516C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8A14072-0A6D-C908-450F-1CC854B3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069" y="87755"/>
            <a:ext cx="7200437" cy="66729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6358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2EDD6-D326-0274-05BB-DF9D85E5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2EBAFAE-42C4-9135-D686-032A906BBEE5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8D09A92-EE3A-30CC-4619-9BA7554EF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5DD4F46-0D20-D2D9-7A3F-6E7CC10C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6" y="299807"/>
            <a:ext cx="11463688" cy="624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55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46EB70-8F5F-A4E9-8F10-B17DE3C7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6686E00-3B25-92BF-B876-56C3F0A9F9AE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F342099-98EF-169F-0270-2E353F826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E3C2CC4-E9A9-802D-CD7F-4428BF58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4" y="246335"/>
            <a:ext cx="11434420" cy="6365330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F08D1C3F-1C88-FE48-ACA3-2F118671DCB8}"/>
              </a:ext>
            </a:extLst>
          </p:cNvPr>
          <p:cNvSpPr txBox="1"/>
          <p:nvPr/>
        </p:nvSpPr>
        <p:spPr>
          <a:xfrm>
            <a:off x="644893" y="5399773"/>
            <a:ext cx="315708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Bij instellingen kunnen modellen worden geselecteerd en vormen van redenering worden toegepast.</a:t>
            </a:r>
          </a:p>
        </p:txBody>
      </p:sp>
    </p:spTree>
    <p:extLst>
      <p:ext uri="{BB962C8B-B14F-4D97-AF65-F5344CB8AC3E}">
        <p14:creationId xmlns:p14="http://schemas.microsoft.com/office/powerpoint/2010/main" val="93926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654CD5-3247-BB2F-0132-B56ECD7F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412" y="1236845"/>
            <a:ext cx="3799588" cy="4037799"/>
          </a:xfrm>
        </p:spPr>
        <p:txBody>
          <a:bodyPr>
            <a:normAutofit/>
          </a:bodyPr>
          <a:lstStyle/>
          <a:p>
            <a:r>
              <a:rPr lang="nl-NL" dirty="0"/>
              <a:t>Je hebt jouw eigen agent gemaakt, deel deze en verzamel feedback.</a:t>
            </a:r>
            <a:br>
              <a:rPr lang="nl-NL" dirty="0"/>
            </a:br>
            <a:br>
              <a:rPr lang="nl-NL" dirty="0"/>
            </a:br>
            <a:r>
              <a:rPr lang="nl-NL" dirty="0"/>
              <a:t>Pas op basis van de feedback jouw agent aan.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EAC3DA9-52A1-32CA-C560-A1174418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390" y="198119"/>
            <a:ext cx="6801006" cy="576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6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CF34A-32C1-5582-0E2B-C5CBE4CF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18AB5A4-C768-987E-771E-D745C0195EBE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3270D31-3A87-4A4D-251E-44E27B75C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9709A41-F7D7-28DC-29FE-3FC9E9C9D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4" y="0"/>
            <a:ext cx="11487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085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d07a6c-3bdc-485a-bd32-74620ee9bff4">
      <Terms xmlns="http://schemas.microsoft.com/office/infopath/2007/PartnerControls"/>
    </lcf76f155ced4ddcb4097134ff3c332f>
    <TaxCatchAll xmlns="60efcb5a-b75b-4980-aec5-8875ff040f2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DE478A5840434A8B9524435F4AFA7A" ma:contentTypeVersion="9" ma:contentTypeDescription="Een nieuw document maken." ma:contentTypeScope="" ma:versionID="0aebcad4c23ccbea195c38278fe2ce8c">
  <xsd:schema xmlns:xsd="http://www.w3.org/2001/XMLSchema" xmlns:xs="http://www.w3.org/2001/XMLSchema" xmlns:p="http://schemas.microsoft.com/office/2006/metadata/properties" xmlns:ns2="23d07a6c-3bdc-485a-bd32-74620ee9bff4" xmlns:ns3="60efcb5a-b75b-4980-aec5-8875ff040f2c" targetNamespace="http://schemas.microsoft.com/office/2006/metadata/properties" ma:root="true" ma:fieldsID="3048681d75fa00e1e9033518be41d6c1" ns2:_="" ns3:_="">
    <xsd:import namespace="23d07a6c-3bdc-485a-bd32-74620ee9bff4"/>
    <xsd:import namespace="60efcb5a-b75b-4980-aec5-8875ff040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07a6c-3bdc-485a-bd32-74620ee9bf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3a693f84-d9d9-45de-9cc2-e572aa08d8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fcb5a-b75b-4980-aec5-8875ff040f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148a25-3d01-4b61-81e8-c28c3e777cf5}" ma:internalName="TaxCatchAll" ma:showField="CatchAllData" ma:web="60efcb5a-b75b-4980-aec5-8875ff040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6707E5-60EF-46C9-8564-D0B4993CF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79075E-EDDC-4853-9639-A49A288B96AF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23d07a6c-3bdc-485a-bd32-74620ee9bff4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145775-D73B-43F0-B297-985037E8879B}"/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181</Words>
  <Application>Microsoft Office PowerPoint</Application>
  <PresentationFormat>Widescreen</PresentationFormat>
  <Paragraphs>13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Kantoorthema</vt:lpstr>
      <vt:lpstr>Je zou Microsoft Copilot Studio kunnen gebruiken voor maken van een agent</vt:lpstr>
      <vt:lpstr>Beschrijf hier wat voor soort agent je wilt maken</vt:lpstr>
      <vt:lpstr>Voorbeeld beschrijving van de agent</vt:lpstr>
      <vt:lpstr>Copilot studio heeft een agent gegenereerd.   Deze kunnen we nu testen.</vt:lpstr>
      <vt:lpstr>PowerPoint Presentation</vt:lpstr>
      <vt:lpstr>Voorbeeld vragen</vt:lpstr>
      <vt:lpstr>Bij testen blijkt de output té gedetailleerd en te vaag. De rode vlakken worden toegevoegd.</vt:lpstr>
      <vt:lpstr>Controle vernieuwde ‘agent’, antwoorden zijn duidelijker maar nog te uitgebreid.</vt:lpstr>
      <vt:lpstr>De agent blijft teveel input geven.  Ik kies ervoor om een soort gesprek op te starten met de agent.</vt:lpstr>
      <vt:lpstr>De eerste zin wordt sterk meegenomen. </vt:lpstr>
      <vt:lpstr>Nu zien we voor het eerst dat het een agent wordt waarmee gechat kan worden.</vt:lpstr>
      <vt:lpstr>Doordat je blijft testen kun je op basis van de output bepalen of je tevreden bent of dat je de beschrijving wilt aanpassen. </vt:lpstr>
      <vt:lpstr>PowerPoint Presentation</vt:lpstr>
      <vt:lpstr>PowerPoint Presentation</vt:lpstr>
      <vt:lpstr>Je hebt jouw eigen agent gemaakt, deel deze en verzamel feedback.  Pas op basis van de feedback jouw agent aan.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 Tieman</dc:creator>
  <cp:lastModifiedBy>Jos Tieman</cp:lastModifiedBy>
  <cp:revision>2</cp:revision>
  <dcterms:created xsi:type="dcterms:W3CDTF">2025-11-06T12:12:41Z</dcterms:created>
  <dcterms:modified xsi:type="dcterms:W3CDTF">2025-11-06T13:12:29Z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0x010100F5DE478A5840434A8B9524435F4AFA7A</vt:lpwstr>
  </property>
</Properties>
</file>