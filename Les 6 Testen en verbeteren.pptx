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46896-DEEC-4A15-A2C4-C8EF4BEF8A8C}" v="687" dt="2025-11-06T13:20:10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 Tieman" userId="c58f7fcb-1a0d-4ae2-82fa-dd2d34af7a06" providerId="ADAL" clId="{AEB4D397-A6F6-4C21-A8FB-8AA52321E575}"/>
    <pc:docChg chg="custSel addSld modSld">
      <pc:chgData name="Jos Tieman" userId="c58f7fcb-1a0d-4ae2-82fa-dd2d34af7a06" providerId="ADAL" clId="{AEB4D397-A6F6-4C21-A8FB-8AA52321E575}" dt="2025-11-06T13:20:10.480" v="688" actId="20577"/>
      <pc:docMkLst>
        <pc:docMk/>
      </pc:docMkLst>
      <pc:sldChg chg="delSp modSp mod">
        <pc:chgData name="Jos Tieman" userId="c58f7fcb-1a0d-4ae2-82fa-dd2d34af7a06" providerId="ADAL" clId="{AEB4D397-A6F6-4C21-A8FB-8AA52321E575}" dt="2025-11-06T13:15:39.820" v="26" actId="478"/>
        <pc:sldMkLst>
          <pc:docMk/>
          <pc:sldMk cId="3351439039" sldId="256"/>
        </pc:sldMkLst>
        <pc:spChg chg="mod">
          <ac:chgData name="Jos Tieman" userId="c58f7fcb-1a0d-4ae2-82fa-dd2d34af7a06" providerId="ADAL" clId="{AEB4D397-A6F6-4C21-A8FB-8AA52321E575}" dt="2025-11-06T13:15:37.059" v="25" actId="20577"/>
          <ac:spMkLst>
            <pc:docMk/>
            <pc:sldMk cId="3351439039" sldId="256"/>
            <ac:spMk id="2" creationId="{00000000-0000-0000-0000-000000000000}"/>
          </ac:spMkLst>
        </pc:spChg>
        <pc:spChg chg="del">
          <ac:chgData name="Jos Tieman" userId="c58f7fcb-1a0d-4ae2-82fa-dd2d34af7a06" providerId="ADAL" clId="{AEB4D397-A6F6-4C21-A8FB-8AA52321E575}" dt="2025-11-06T13:15:39.820" v="26" actId="478"/>
          <ac:spMkLst>
            <pc:docMk/>
            <pc:sldMk cId="3351439039" sldId="256"/>
            <ac:spMk id="3" creationId="{00000000-0000-0000-0000-000000000000}"/>
          </ac:spMkLst>
        </pc:spChg>
      </pc:sldChg>
      <pc:sldChg chg="modSp new mod">
        <pc:chgData name="Jos Tieman" userId="c58f7fcb-1a0d-4ae2-82fa-dd2d34af7a06" providerId="ADAL" clId="{AEB4D397-A6F6-4C21-A8FB-8AA52321E575}" dt="2025-11-06T13:19:27.218" v="445" actId="1076"/>
        <pc:sldMkLst>
          <pc:docMk/>
          <pc:sldMk cId="397932034" sldId="257"/>
        </pc:sldMkLst>
        <pc:spChg chg="mod">
          <ac:chgData name="Jos Tieman" userId="c58f7fcb-1a0d-4ae2-82fa-dd2d34af7a06" providerId="ADAL" clId="{AEB4D397-A6F6-4C21-A8FB-8AA52321E575}" dt="2025-11-06T13:19:19.813" v="439" actId="20577"/>
          <ac:spMkLst>
            <pc:docMk/>
            <pc:sldMk cId="397932034" sldId="257"/>
            <ac:spMk id="2" creationId="{2BCAE641-EA85-BFC9-C670-675E5E264C73}"/>
          </ac:spMkLst>
        </pc:spChg>
        <pc:spChg chg="mod">
          <ac:chgData name="Jos Tieman" userId="c58f7fcb-1a0d-4ae2-82fa-dd2d34af7a06" providerId="ADAL" clId="{AEB4D397-A6F6-4C21-A8FB-8AA52321E575}" dt="2025-11-06T13:19:27.218" v="445" actId="1076"/>
          <ac:spMkLst>
            <pc:docMk/>
            <pc:sldMk cId="397932034" sldId="257"/>
            <ac:spMk id="3" creationId="{37F7292A-8C9A-133F-6D39-B2F2C670038B}"/>
          </ac:spMkLst>
        </pc:spChg>
      </pc:sldChg>
      <pc:sldChg chg="modSp new mod">
        <pc:chgData name="Jos Tieman" userId="c58f7fcb-1a0d-4ae2-82fa-dd2d34af7a06" providerId="ADAL" clId="{AEB4D397-A6F6-4C21-A8FB-8AA52321E575}" dt="2025-11-06T13:20:10.480" v="688" actId="20577"/>
        <pc:sldMkLst>
          <pc:docMk/>
          <pc:sldMk cId="663021018" sldId="258"/>
        </pc:sldMkLst>
        <pc:spChg chg="mod">
          <ac:chgData name="Jos Tieman" userId="c58f7fcb-1a0d-4ae2-82fa-dd2d34af7a06" providerId="ADAL" clId="{AEB4D397-A6F6-4C21-A8FB-8AA52321E575}" dt="2025-11-06T13:19:07.313" v="426" actId="20577"/>
          <ac:spMkLst>
            <pc:docMk/>
            <pc:sldMk cId="663021018" sldId="258"/>
            <ac:spMk id="2" creationId="{5AE3C1F7-A497-66E2-4524-9AB4F8711FC2}"/>
          </ac:spMkLst>
        </pc:spChg>
        <pc:spChg chg="mod">
          <ac:chgData name="Jos Tieman" userId="c58f7fcb-1a0d-4ae2-82fa-dd2d34af7a06" providerId="ADAL" clId="{AEB4D397-A6F6-4C21-A8FB-8AA52321E575}" dt="2025-11-06T13:20:10.480" v="688" actId="20577"/>
          <ac:spMkLst>
            <pc:docMk/>
            <pc:sldMk cId="663021018" sldId="258"/>
            <ac:spMk id="3" creationId="{F1BCB638-AAFB-895E-DACA-53E87E13151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Testen en </a:t>
            </a:r>
            <a:r>
              <a:rPr lang="de-DE" err="1"/>
              <a:t>verbeteren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AE641-EA85-BFC9-C670-675E5E26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Testen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F7292A-8C9A-133F-6D39-B2F2C6700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08" y="1523547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NL"/>
              <a:t>Je hebt een basis agent opgesteld</a:t>
            </a:r>
          </a:p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r>
              <a:rPr lang="nl-NL"/>
              <a:t>Genereer met meerdere </a:t>
            </a:r>
            <a:r>
              <a:rPr lang="nl-NL" err="1"/>
              <a:t>AI’s</a:t>
            </a:r>
            <a:r>
              <a:rPr lang="nl-NL"/>
              <a:t> hoe je deze agent kunt testen.</a:t>
            </a:r>
          </a:p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r>
              <a:rPr lang="nl-NL"/>
              <a:t>Maak een testplan van deze informatie.</a:t>
            </a:r>
          </a:p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r>
              <a:rPr lang="nl-NL"/>
              <a:t>Wat ga je testen?</a:t>
            </a:r>
          </a:p>
          <a:p>
            <a:pPr marL="0" indent="0">
              <a:buNone/>
            </a:pPr>
            <a:r>
              <a:rPr lang="nl-NL"/>
              <a:t>Wat is de verwachte uitkomst?</a:t>
            </a:r>
          </a:p>
          <a:p>
            <a:pPr marL="0" indent="0">
              <a:buNone/>
            </a:pPr>
            <a:r>
              <a:rPr lang="nl-NL"/>
              <a:t>Wat is de uitkomst?</a:t>
            </a:r>
          </a:p>
          <a:p>
            <a:pPr marL="0" indent="0">
              <a:buNone/>
            </a:pPr>
            <a:r>
              <a:rPr lang="nl-NL"/>
              <a:t>Hoe verschilt de daadwerkelijke uitkomst met jouw verwachting?</a:t>
            </a:r>
          </a:p>
          <a:p>
            <a:pPr marL="0" indent="0">
              <a:buNone/>
            </a:pPr>
            <a:r>
              <a:rPr lang="nl-NL"/>
              <a:t>Hoe kan dit? Is dit </a:t>
            </a:r>
            <a:r>
              <a:rPr lang="nl-NL" err="1"/>
              <a:t>oke</a:t>
            </a:r>
            <a:r>
              <a:rPr lang="nl-NL"/>
              <a:t> of moet dit worden aangepast?</a:t>
            </a:r>
          </a:p>
        </p:txBody>
      </p:sp>
    </p:spTree>
    <p:extLst>
      <p:ext uri="{BB962C8B-B14F-4D97-AF65-F5344CB8AC3E}">
        <p14:creationId xmlns:p14="http://schemas.microsoft.com/office/powerpoint/2010/main" val="39793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3C1F7-A497-66E2-4524-9AB4F871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Aanpassen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1BCB638-AAFB-895E-DACA-53E87E131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/>
              <a:t>Op basis van alle testen die je hebt uitgevoerd.</a:t>
            </a:r>
          </a:p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r>
              <a:rPr lang="nl-NL"/>
              <a:t>Welke belangrijkste zaken wil je als eerst aanpassen en waarom?</a:t>
            </a:r>
          </a:p>
          <a:p>
            <a:pPr marL="0" indent="0">
              <a:buNone/>
            </a:pPr>
            <a:endParaRPr lang="nl-NL"/>
          </a:p>
          <a:p>
            <a:pPr marL="0" indent="0">
              <a:buNone/>
            </a:pPr>
            <a:r>
              <a:rPr lang="nl-NL"/>
              <a:t>Pas deze zaken aan en test opnieuw of de verwachte uitkomst nu daadwerkelijk uit jou test komt.</a:t>
            </a:r>
          </a:p>
        </p:txBody>
      </p:sp>
    </p:spTree>
    <p:extLst>
      <p:ext uri="{BB962C8B-B14F-4D97-AF65-F5344CB8AC3E}">
        <p14:creationId xmlns:p14="http://schemas.microsoft.com/office/powerpoint/2010/main" val="66302101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d07a6c-3bdc-485a-bd32-74620ee9bff4">
      <Terms xmlns="http://schemas.microsoft.com/office/infopath/2007/PartnerControls"/>
    </lcf76f155ced4ddcb4097134ff3c332f>
    <TaxCatchAll xmlns="60efcb5a-b75b-4980-aec5-8875ff040f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DE478A5840434A8B9524435F4AFA7A" ma:contentTypeVersion="9" ma:contentTypeDescription="Een nieuw document maken." ma:contentTypeScope="" ma:versionID="0aebcad4c23ccbea195c38278fe2ce8c">
  <xsd:schema xmlns:xsd="http://www.w3.org/2001/XMLSchema" xmlns:xs="http://www.w3.org/2001/XMLSchema" xmlns:p="http://schemas.microsoft.com/office/2006/metadata/properties" xmlns:ns2="23d07a6c-3bdc-485a-bd32-74620ee9bff4" xmlns:ns3="60efcb5a-b75b-4980-aec5-8875ff040f2c" targetNamespace="http://schemas.microsoft.com/office/2006/metadata/properties" ma:root="true" ma:fieldsID="3048681d75fa00e1e9033518be41d6c1" ns2:_="" ns3:_="">
    <xsd:import namespace="23d07a6c-3bdc-485a-bd32-74620ee9bff4"/>
    <xsd:import namespace="60efcb5a-b75b-4980-aec5-8875ff040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07a6c-3bdc-485a-bd32-74620ee9bf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3a693f84-d9d9-45de-9cc2-e572aa08d8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fcb5a-b75b-4980-aec5-8875ff040f2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148a25-3d01-4b61-81e8-c28c3e777cf5}" ma:internalName="TaxCatchAll" ma:showField="CatchAllData" ma:web="60efcb5a-b75b-4980-aec5-8875ff040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C0B7A4-AFBD-4A34-BD78-05E8943B0FA5}">
  <ds:schemaRefs>
    <ds:schemaRef ds:uri="23d07a6c-3bdc-485a-bd32-74620ee9bf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35C3F25-2A8E-4D89-A83E-9FA343EA387F}"/>
</file>

<file path=customXml/itemProps3.xml><?xml version="1.0" encoding="utf-8"?>
<ds:datastoreItem xmlns:ds="http://schemas.openxmlformats.org/officeDocument/2006/customXml" ds:itemID="{E5AE5AC9-D25F-452F-BCEB-41B2240A71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Kantoorthema</vt:lpstr>
      <vt:lpstr>Testen en verbeteren</vt:lpstr>
      <vt:lpstr>Testen</vt:lpstr>
      <vt:lpstr>Aanpassen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2025-11-06T13:14:33Z</dcterms:created>
  <dcterms:modified xsi:type="dcterms:W3CDTF">2025-11-06T13:20:13Z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0x010100F5DE478A5840434A8B9524435F4AFA7A</vt:lpwstr>
  </property>
</Properties>
</file>