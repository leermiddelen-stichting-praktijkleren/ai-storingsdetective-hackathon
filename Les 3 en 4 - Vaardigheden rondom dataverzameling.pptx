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DCF284-7B80-82F3-DC8A-30B71C352AAA}" v="419" dt="2025-11-06T13:31:18.591"/>
    <p1510:client id="{5FC09BEA-4CD4-28A3-6AF2-6BAA41FA6761}" v="6" dt="2025-11-06T13:18:03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cal Wittenberg" userId="S::p.wittenberg_aventus.nl#ext#@stichtingpraktijkleren.onmicrosoft.com::22fc600b-5b72-4cbc-bfc9-ef44a1547458" providerId="AD" clId="Web-{4DDCF284-7B80-82F3-DC8A-30B71C352AAA}"/>
    <pc:docChg chg="addSld modSld">
      <pc:chgData name="Pascal Wittenberg" userId="S::p.wittenberg_aventus.nl#ext#@stichtingpraktijkleren.onmicrosoft.com::22fc600b-5b72-4cbc-bfc9-ef44a1547458" providerId="AD" clId="Web-{4DDCF284-7B80-82F3-DC8A-30B71C352AAA}" dt="2025-11-06T13:31:17.404" v="413" actId="1076"/>
      <pc:docMkLst>
        <pc:docMk/>
      </pc:docMkLst>
      <pc:sldChg chg="modSp">
        <pc:chgData name="Pascal Wittenberg" userId="S::p.wittenberg_aventus.nl#ext#@stichtingpraktijkleren.onmicrosoft.com::22fc600b-5b72-4cbc-bfc9-ef44a1547458" providerId="AD" clId="Web-{4DDCF284-7B80-82F3-DC8A-30B71C352AAA}" dt="2025-11-06T13:20:29.881" v="94" actId="20577"/>
        <pc:sldMkLst>
          <pc:docMk/>
          <pc:sldMk cId="318350063" sldId="257"/>
        </pc:sldMkLst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19:09.786" v="35" actId="20577"/>
          <ac:spMkLst>
            <pc:docMk/>
            <pc:sldMk cId="318350063" sldId="257"/>
            <ac:spMk id="2" creationId="{EF1C2A6B-03E2-6E19-E489-32FC29673A8E}"/>
          </ac:spMkLst>
        </pc:spChg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0:29.881" v="94" actId="20577"/>
          <ac:spMkLst>
            <pc:docMk/>
            <pc:sldMk cId="318350063" sldId="257"/>
            <ac:spMk id="3" creationId="{3DB29976-1B8F-1240-16D3-F28AA69BEE97}"/>
          </ac:spMkLst>
        </pc:spChg>
      </pc:sldChg>
      <pc:sldChg chg="modSp new">
        <pc:chgData name="Pascal Wittenberg" userId="S::p.wittenberg_aventus.nl#ext#@stichtingpraktijkleren.onmicrosoft.com::22fc600b-5b72-4cbc-bfc9-ef44a1547458" providerId="AD" clId="Web-{4DDCF284-7B80-82F3-DC8A-30B71C352AAA}" dt="2025-11-06T13:27:13.344" v="280" actId="20577"/>
        <pc:sldMkLst>
          <pc:docMk/>
          <pc:sldMk cId="2495637987" sldId="258"/>
        </pc:sldMkLst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0:41.741" v="105" actId="20577"/>
          <ac:spMkLst>
            <pc:docMk/>
            <pc:sldMk cId="2495637987" sldId="258"/>
            <ac:spMk id="2" creationId="{08B053A1-9216-6CA0-3ABC-481ED77D5FF1}"/>
          </ac:spMkLst>
        </pc:spChg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7:13.344" v="280" actId="20577"/>
          <ac:spMkLst>
            <pc:docMk/>
            <pc:sldMk cId="2495637987" sldId="258"/>
            <ac:spMk id="3" creationId="{7A8A7304-B095-2845-488F-C55E8EE1A48F}"/>
          </ac:spMkLst>
        </pc:spChg>
      </pc:sldChg>
      <pc:sldChg chg="modSp new">
        <pc:chgData name="Pascal Wittenberg" userId="S::p.wittenberg_aventus.nl#ext#@stichtingpraktijkleren.onmicrosoft.com::22fc600b-5b72-4cbc-bfc9-ef44a1547458" providerId="AD" clId="Web-{4DDCF284-7B80-82F3-DC8A-30B71C352AAA}" dt="2025-11-06T13:26:33.437" v="255" actId="20577"/>
        <pc:sldMkLst>
          <pc:docMk/>
          <pc:sldMk cId="2795375403" sldId="259"/>
        </pc:sldMkLst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6:33.437" v="255" actId="20577"/>
          <ac:spMkLst>
            <pc:docMk/>
            <pc:sldMk cId="2795375403" sldId="259"/>
            <ac:spMk id="2" creationId="{6E6554FC-01EA-35A2-E0C9-A3536268D934}"/>
          </ac:spMkLst>
        </pc:spChg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3:54.371" v="234" actId="20577"/>
          <ac:spMkLst>
            <pc:docMk/>
            <pc:sldMk cId="2795375403" sldId="259"/>
            <ac:spMk id="3" creationId="{7B28C21A-A268-ECDD-79FC-B5C780CDD3DD}"/>
          </ac:spMkLst>
        </pc:spChg>
      </pc:sldChg>
      <pc:sldChg chg="modSp add replId">
        <pc:chgData name="Pascal Wittenberg" userId="S::p.wittenberg_aventus.nl#ext#@stichtingpraktijkleren.onmicrosoft.com::22fc600b-5b72-4cbc-bfc9-ef44a1547458" providerId="AD" clId="Web-{4DDCF284-7B80-82F3-DC8A-30B71C352AAA}" dt="2025-11-06T13:29:46.349" v="394" actId="20577"/>
        <pc:sldMkLst>
          <pc:docMk/>
          <pc:sldMk cId="3707070571" sldId="260"/>
        </pc:sldMkLst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4:46.810" v="253" actId="20577"/>
          <ac:spMkLst>
            <pc:docMk/>
            <pc:sldMk cId="3707070571" sldId="260"/>
            <ac:spMk id="2" creationId="{A71708C3-2DF0-6C4F-7642-668AB790A9E2}"/>
          </ac:spMkLst>
        </pc:spChg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29:46.349" v="394" actId="20577"/>
          <ac:spMkLst>
            <pc:docMk/>
            <pc:sldMk cId="3707070571" sldId="260"/>
            <ac:spMk id="3" creationId="{37102565-78F8-352C-865B-07BAA04D1950}"/>
          </ac:spMkLst>
        </pc:spChg>
      </pc:sldChg>
      <pc:sldChg chg="addSp modSp new">
        <pc:chgData name="Pascal Wittenberg" userId="S::p.wittenberg_aventus.nl#ext#@stichtingpraktijkleren.onmicrosoft.com::22fc600b-5b72-4cbc-bfc9-ef44a1547458" providerId="AD" clId="Web-{4DDCF284-7B80-82F3-DC8A-30B71C352AAA}" dt="2025-11-06T13:31:17.404" v="413" actId="1076"/>
        <pc:sldMkLst>
          <pc:docMk/>
          <pc:sldMk cId="833775624" sldId="261"/>
        </pc:sldMkLst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30:12.883" v="408" actId="20577"/>
          <ac:spMkLst>
            <pc:docMk/>
            <pc:sldMk cId="833775624" sldId="261"/>
            <ac:spMk id="2" creationId="{CFBA804D-C64C-57C9-C651-473658AF314B}"/>
          </ac:spMkLst>
        </pc:spChg>
        <pc:spChg chg="mod">
          <ac:chgData name="Pascal Wittenberg" userId="S::p.wittenberg_aventus.nl#ext#@stichtingpraktijkleren.onmicrosoft.com::22fc600b-5b72-4cbc-bfc9-ef44a1547458" providerId="AD" clId="Web-{4DDCF284-7B80-82F3-DC8A-30B71C352AAA}" dt="2025-11-06T13:31:15.216" v="411" actId="20577"/>
          <ac:spMkLst>
            <pc:docMk/>
            <pc:sldMk cId="833775624" sldId="261"/>
            <ac:spMk id="3" creationId="{FD8FFE0C-DA7F-DD16-BC5B-6F1C942A9E3B}"/>
          </ac:spMkLst>
        </pc:spChg>
        <pc:picChg chg="add mod">
          <ac:chgData name="Pascal Wittenberg" userId="S::p.wittenberg_aventus.nl#ext#@stichtingpraktijkleren.onmicrosoft.com::22fc600b-5b72-4cbc-bfc9-ef44a1547458" providerId="AD" clId="Web-{4DDCF284-7B80-82F3-DC8A-30B71C352AAA}" dt="2025-11-06T13:31:17.404" v="413" actId="1076"/>
          <ac:picMkLst>
            <pc:docMk/>
            <pc:sldMk cId="833775624" sldId="261"/>
            <ac:picMk id="4" creationId="{0A7319F9-CF2A-4176-8AD3-2045C9D997BF}"/>
          </ac:picMkLst>
        </pc:picChg>
      </pc:sldChg>
    </pc:docChg>
  </pc:docChgLst>
  <pc:docChgLst>
    <pc:chgData name="Pascal Wittenberg" userId="S::p.wittenberg_aventus.nl#ext#@stichtingpraktijkleren.onmicrosoft.com::22fc600b-5b72-4cbc-bfc9-ef44a1547458" providerId="AD" clId="Web-{5FC09BEA-4CD4-28A3-6AF2-6BAA41FA6761}"/>
    <pc:docChg chg="addSld modSld">
      <pc:chgData name="Pascal Wittenberg" userId="S::p.wittenberg_aventus.nl#ext#@stichtingpraktijkleren.onmicrosoft.com::22fc600b-5b72-4cbc-bfc9-ef44a1547458" providerId="AD" clId="Web-{5FC09BEA-4CD4-28A3-6AF2-6BAA41FA6761}" dt="2025-11-06T13:18:03.744" v="4"/>
      <pc:docMkLst>
        <pc:docMk/>
      </pc:docMkLst>
      <pc:sldChg chg="modSp">
        <pc:chgData name="Pascal Wittenberg" userId="S::p.wittenberg_aventus.nl#ext#@stichtingpraktijkleren.onmicrosoft.com::22fc600b-5b72-4cbc-bfc9-ef44a1547458" providerId="AD" clId="Web-{5FC09BEA-4CD4-28A3-6AF2-6BAA41FA6761}" dt="2025-11-06T13:18:00.025" v="3" actId="20577"/>
        <pc:sldMkLst>
          <pc:docMk/>
          <pc:sldMk cId="109857222" sldId="256"/>
        </pc:sldMkLst>
        <pc:spChg chg="mod">
          <ac:chgData name="Pascal Wittenberg" userId="S::p.wittenberg_aventus.nl#ext#@stichtingpraktijkleren.onmicrosoft.com::22fc600b-5b72-4cbc-bfc9-ef44a1547458" providerId="AD" clId="Web-{5FC09BEA-4CD4-28A3-6AF2-6BAA41FA6761}" dt="2025-11-06T13:18:00.025" v="3" actId="20577"/>
          <ac:spMkLst>
            <pc:docMk/>
            <pc:sldMk cId="109857222" sldId="256"/>
            <ac:spMk id="2" creationId="{00000000-0000-0000-0000-000000000000}"/>
          </ac:spMkLst>
        </pc:spChg>
      </pc:sldChg>
      <pc:sldChg chg="new">
        <pc:chgData name="Pascal Wittenberg" userId="S::p.wittenberg_aventus.nl#ext#@stichtingpraktijkleren.onmicrosoft.com::22fc600b-5b72-4cbc-bfc9-ef44a1547458" providerId="AD" clId="Web-{5FC09BEA-4CD4-28A3-6AF2-6BAA41FA6761}" dt="2025-11-06T13:18:03.744" v="4"/>
        <pc:sldMkLst>
          <pc:docMk/>
          <pc:sldMk cId="318350063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err="1"/>
              <a:t>Dataverzameling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2A6B-03E2-6E19-E489-32FC2967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Welke </a:t>
            </a:r>
            <a:r>
              <a:rPr lang="en-US" err="1"/>
              <a:t>gegevens</a:t>
            </a:r>
            <a:r>
              <a:rPr lang="en-US"/>
              <a:t> </a:t>
            </a:r>
            <a:r>
              <a:rPr lang="en-US" err="1"/>
              <a:t>heeft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AI agent </a:t>
            </a:r>
            <a:r>
              <a:rPr lang="en-US" err="1"/>
              <a:t>nodig</a:t>
            </a:r>
            <a:r>
              <a:rPr lang="en-US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29976-1B8F-1240-16D3-F28AA69BE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Soorten</a:t>
            </a:r>
            <a:r>
              <a:rPr lang="en-US"/>
              <a:t> </a:t>
            </a:r>
            <a:r>
              <a:rPr lang="en-US" err="1"/>
              <a:t>gegevens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Systeemdata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Error logs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Gebruikers</a:t>
            </a:r>
            <a:r>
              <a:rPr lang="en-US"/>
              <a:t> input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r>
              <a:rPr lang="en-US" err="1"/>
              <a:t>Praktijkopdracht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Identificeer</a:t>
            </a:r>
            <a:r>
              <a:rPr lang="en-US"/>
              <a:t> 5 </a:t>
            </a:r>
            <a:r>
              <a:rPr lang="en-US" err="1"/>
              <a:t>databronnen</a:t>
            </a:r>
            <a:r>
              <a:rPr lang="en-US"/>
              <a:t> die </a:t>
            </a:r>
            <a:r>
              <a:rPr lang="en-US" err="1"/>
              <a:t>nuttig</a:t>
            </a:r>
            <a:r>
              <a:rPr lang="en-US"/>
              <a:t> </a:t>
            </a:r>
            <a:r>
              <a:rPr lang="en-US" err="1"/>
              <a:t>zijn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netwerkproblemen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35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053A1-9216-6CA0-3ABC-481ED77D5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Verantwoord</a:t>
            </a:r>
            <a:r>
              <a:rPr lang="en-US"/>
              <a:t> </a:t>
            </a:r>
            <a:r>
              <a:rPr lang="en-US" err="1"/>
              <a:t>omgaan</a:t>
            </a:r>
            <a:r>
              <a:rPr lang="en-US"/>
              <a:t> met </a:t>
            </a:r>
            <a:r>
              <a:rPr lang="en-US" err="1"/>
              <a:t>klantinformatie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A7304-B095-2845-488F-C55E8EE1A4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Security</a:t>
            </a:r>
          </a:p>
          <a:p>
            <a:r>
              <a:rPr lang="en-US"/>
              <a:t>Privacy</a:t>
            </a:r>
          </a:p>
          <a:p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Bekijk</a:t>
            </a:r>
            <a:r>
              <a:rPr lang="en-US"/>
              <a:t> in de </a:t>
            </a:r>
            <a:r>
              <a:rPr lang="en-US" err="1"/>
              <a:t>voorwaarden</a:t>
            </a:r>
            <a:r>
              <a:rPr lang="en-US"/>
              <a:t> van de AI </a:t>
            </a:r>
            <a:r>
              <a:rPr lang="en-US" err="1"/>
              <a:t>leverancier</a:t>
            </a:r>
            <a:r>
              <a:rPr lang="en-US"/>
              <a:t> wat er </a:t>
            </a:r>
            <a:r>
              <a:rPr lang="en-US" err="1"/>
              <a:t>gebeurt</a:t>
            </a:r>
            <a:r>
              <a:rPr lang="en-US"/>
              <a:t> met de </a:t>
            </a:r>
            <a:r>
              <a:rPr lang="en-US" err="1"/>
              <a:t>ingevoerde</a:t>
            </a:r>
            <a:r>
              <a:rPr lang="en-US"/>
              <a:t> data.</a:t>
            </a:r>
          </a:p>
        </p:txBody>
      </p:sp>
    </p:spTree>
    <p:extLst>
      <p:ext uri="{BB962C8B-B14F-4D97-AF65-F5344CB8AC3E}">
        <p14:creationId xmlns:p14="http://schemas.microsoft.com/office/powerpoint/2010/main" val="2495637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554FC-01EA-35A2-E0C9-A3536268D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Een test dataset </a:t>
            </a:r>
            <a:r>
              <a:rPr lang="en-US" err="1"/>
              <a:t>maken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28C21A-A268-ECDD-79FC-B5C780CDD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/>
              <a:t>Inventariseer</a:t>
            </a:r>
            <a:r>
              <a:rPr lang="en-US"/>
              <a:t> </a:t>
            </a:r>
            <a:r>
              <a:rPr lang="en-US" err="1"/>
              <a:t>problemen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/>
              <a:t>Bedenk</a:t>
            </a:r>
            <a:r>
              <a:rPr lang="en-US"/>
              <a:t> </a:t>
            </a:r>
            <a:r>
              <a:rPr lang="en-US" err="1"/>
              <a:t>minimaal</a:t>
            </a:r>
            <a:r>
              <a:rPr lang="en-US"/>
              <a:t> 10 </a:t>
            </a:r>
            <a:r>
              <a:rPr lang="en-US" err="1"/>
              <a:t>veel</a:t>
            </a:r>
            <a:r>
              <a:rPr lang="en-US"/>
              <a:t> </a:t>
            </a:r>
            <a:r>
              <a:rPr lang="en-US" err="1"/>
              <a:t>voorkomende</a:t>
            </a:r>
            <a:r>
              <a:rPr lang="en-US"/>
              <a:t> ICT-</a:t>
            </a:r>
            <a:r>
              <a:rPr lang="en-US" err="1"/>
              <a:t>problemen</a:t>
            </a:r>
            <a:r>
              <a:rPr lang="en-US"/>
              <a:t>, </a:t>
            </a:r>
            <a:r>
              <a:rPr lang="en-US" err="1"/>
              <a:t>bijvoorbeeld</a:t>
            </a:r>
            <a:r>
              <a:rPr lang="en-US"/>
              <a:t>: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Geen </a:t>
            </a:r>
            <a:r>
              <a:rPr lang="en-US" err="1"/>
              <a:t>internetverbinding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Computer start </a:t>
            </a:r>
            <a:r>
              <a:rPr lang="en-US" err="1"/>
              <a:t>niet</a:t>
            </a:r>
            <a:r>
              <a:rPr lang="en-US"/>
              <a:t> op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/>
              <a:t>Printer </a:t>
            </a:r>
            <a:r>
              <a:rPr lang="en-US" err="1"/>
              <a:t>reageert</a:t>
            </a:r>
            <a:r>
              <a:rPr lang="en-US"/>
              <a:t> </a:t>
            </a:r>
            <a:r>
              <a:rPr lang="en-US" err="1"/>
              <a:t>niet</a:t>
            </a:r>
          </a:p>
          <a:p>
            <a:pPr marL="914400" lvl="2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75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396CC-F543-B29D-C347-13AAA612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708C3-2DF0-6C4F-7642-668AB790A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Formuleer</a:t>
            </a:r>
            <a:r>
              <a:rPr lang="en-US"/>
              <a:t> troubleshoot </a:t>
            </a:r>
            <a:r>
              <a:rPr lang="en-US" err="1"/>
              <a:t>vragen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02565-78F8-352C-865B-07BAA04D19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Voor elk </a:t>
            </a:r>
            <a:r>
              <a:rPr lang="en-US" err="1"/>
              <a:t>probleem</a:t>
            </a:r>
            <a:r>
              <a:rPr lang="en-US"/>
              <a:t> </a:t>
            </a:r>
            <a:r>
              <a:rPr lang="en-US" err="1"/>
              <a:t>bedenk</a:t>
            </a:r>
            <a:r>
              <a:rPr lang="en-US"/>
              <a:t> je 5 </a:t>
            </a:r>
            <a:r>
              <a:rPr lang="en-US" err="1"/>
              <a:t>gerichte</a:t>
            </a:r>
            <a:r>
              <a:rPr lang="en-US"/>
              <a:t> </a:t>
            </a:r>
            <a:r>
              <a:rPr lang="en-US" err="1"/>
              <a:t>diagnostische</a:t>
            </a:r>
            <a:r>
              <a:rPr lang="en-US"/>
              <a:t> </a:t>
            </a:r>
            <a:r>
              <a:rPr lang="en-US" err="1"/>
              <a:t>vragen</a:t>
            </a:r>
            <a:r>
              <a:rPr lang="en-US"/>
              <a:t>. </a:t>
            </a:r>
            <a:r>
              <a:rPr lang="en-US" err="1"/>
              <a:t>Bijvoorbeeld</a:t>
            </a:r>
            <a:r>
              <a:rPr lang="en-US"/>
              <a:t> </a:t>
            </a:r>
            <a:r>
              <a:rPr lang="en-US" err="1"/>
              <a:t>bij</a:t>
            </a:r>
            <a:r>
              <a:rPr lang="en-US"/>
              <a:t> "</a:t>
            </a:r>
            <a:r>
              <a:rPr lang="en-US" err="1"/>
              <a:t>geen</a:t>
            </a:r>
            <a:r>
              <a:rPr lang="en-US"/>
              <a:t> internet".</a:t>
            </a:r>
          </a:p>
          <a:p>
            <a:pPr marL="914400" lvl="2" indent="0">
              <a:buNone/>
            </a:pPr>
            <a:r>
              <a:rPr lang="en-US">
                <a:ea typeface="+mn-lt"/>
                <a:cs typeface="+mn-lt"/>
              </a:rPr>
              <a:t>1. </a:t>
            </a:r>
            <a:r>
              <a:rPr lang="en-US" err="1">
                <a:ea typeface="+mn-lt"/>
                <a:cs typeface="+mn-lt"/>
              </a:rPr>
              <a:t>Zie</a:t>
            </a:r>
            <a:r>
              <a:rPr lang="en-US">
                <a:ea typeface="+mn-lt"/>
                <a:cs typeface="+mn-lt"/>
              </a:rPr>
              <a:t> je </a:t>
            </a:r>
            <a:r>
              <a:rPr lang="en-US" err="1">
                <a:ea typeface="+mn-lt"/>
                <a:cs typeface="+mn-lt"/>
              </a:rPr>
              <a:t>wel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WiFi-netwerken</a:t>
            </a:r>
            <a:r>
              <a:rPr lang="en-US">
                <a:ea typeface="+mn-lt"/>
                <a:cs typeface="+mn-lt"/>
              </a:rPr>
              <a:t> in de </a:t>
            </a:r>
            <a:r>
              <a:rPr lang="en-US" err="1">
                <a:ea typeface="+mn-lt"/>
                <a:cs typeface="+mn-lt"/>
              </a:rPr>
              <a:t>lijst</a:t>
            </a:r>
            <a:r>
              <a:rPr lang="en-US">
                <a:ea typeface="+mn-lt"/>
                <a:cs typeface="+mn-lt"/>
              </a:rPr>
              <a:t>? 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2. Ben je </a:t>
            </a:r>
            <a:r>
              <a:rPr lang="en-US" err="1">
                <a:ea typeface="+mn-lt"/>
                <a:cs typeface="+mn-lt"/>
              </a:rPr>
              <a:t>verbonden</a:t>
            </a:r>
            <a:r>
              <a:rPr lang="en-US">
                <a:ea typeface="+mn-lt"/>
                <a:cs typeface="+mn-lt"/>
              </a:rPr>
              <a:t> maar </a:t>
            </a:r>
            <a:r>
              <a:rPr lang="en-US" err="1">
                <a:ea typeface="+mn-lt"/>
                <a:cs typeface="+mn-lt"/>
              </a:rPr>
              <a:t>geen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toegang</a:t>
            </a:r>
            <a:r>
              <a:rPr lang="en-US">
                <a:ea typeface="+mn-lt"/>
                <a:cs typeface="+mn-lt"/>
              </a:rPr>
              <a:t> tot websites?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3. Is er recent </a:t>
            </a:r>
            <a:r>
              <a:rPr lang="en-US" err="1">
                <a:ea typeface="+mn-lt"/>
                <a:cs typeface="+mn-lt"/>
              </a:rPr>
              <a:t>iets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gewijzigd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aan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netwerkinstellingen</a:t>
            </a:r>
            <a:r>
              <a:rPr lang="en-US">
                <a:ea typeface="+mn-lt"/>
                <a:cs typeface="+mn-lt"/>
              </a:rPr>
              <a:t>?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4. </a:t>
            </a:r>
            <a:r>
              <a:rPr lang="en-US" err="1">
                <a:ea typeface="+mn-lt"/>
                <a:cs typeface="+mn-lt"/>
              </a:rPr>
              <a:t>Hebben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andere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apparaten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hetzelfde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probleem</a:t>
            </a:r>
            <a:r>
              <a:rPr lang="en-US">
                <a:ea typeface="+mn-lt"/>
                <a:cs typeface="+mn-lt"/>
              </a:rPr>
              <a:t>?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5. </a:t>
            </a:r>
            <a:r>
              <a:rPr lang="en-US" err="1">
                <a:ea typeface="+mn-lt"/>
                <a:cs typeface="+mn-lt"/>
              </a:rPr>
              <a:t>Werkt</a:t>
            </a:r>
            <a:r>
              <a:rPr lang="en-US">
                <a:ea typeface="+mn-lt"/>
                <a:cs typeface="+mn-lt"/>
              </a:rPr>
              <a:t> internet via </a:t>
            </a:r>
            <a:r>
              <a:rPr lang="en-US" err="1">
                <a:ea typeface="+mn-lt"/>
                <a:cs typeface="+mn-lt"/>
              </a:rPr>
              <a:t>mobiele</a:t>
            </a:r>
            <a:r>
              <a:rPr lang="en-US">
                <a:ea typeface="+mn-lt"/>
                <a:cs typeface="+mn-lt"/>
              </a:rPr>
              <a:t> hotspot? </a:t>
            </a:r>
            <a:endParaRPr lang="en-US"/>
          </a:p>
          <a:p>
            <a:pPr lvl="3"/>
            <a:r>
              <a:rPr lang="en-US">
                <a:ea typeface="+mn-lt"/>
                <a:cs typeface="+mn-lt"/>
              </a:rPr>
              <a:t>Zorg </a:t>
            </a:r>
            <a:r>
              <a:rPr lang="en-US" err="1">
                <a:ea typeface="+mn-lt"/>
                <a:cs typeface="+mn-lt"/>
              </a:rPr>
              <a:t>dat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elke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vraag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duidelijk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en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gestructureerd</a:t>
            </a:r>
            <a:r>
              <a:rPr lang="en-US">
                <a:ea typeface="+mn-lt"/>
                <a:cs typeface="+mn-lt"/>
              </a:rPr>
              <a:t> is. </a:t>
            </a:r>
            <a:endParaRPr lang="en-US"/>
          </a:p>
          <a:p>
            <a:pPr marL="914400" lvl="2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0705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A804D-C64C-57C9-C651-473658AF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Bouw de dataset </a:t>
            </a:r>
            <a:r>
              <a:rPr lang="en-US" err="1"/>
              <a:t>structuur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FFE0C-DA7F-DD16-BC5B-6F1C942A9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err="1">
                <a:ea typeface="+mn-lt"/>
                <a:cs typeface="+mn-lt"/>
              </a:rPr>
              <a:t>Gebruik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bijvoorbeeld</a:t>
            </a:r>
            <a:r>
              <a:rPr lang="en-US">
                <a:ea typeface="+mn-lt"/>
                <a:cs typeface="+mn-lt"/>
              </a:rPr>
              <a:t> Google Sheets, Excel of </a:t>
            </a:r>
            <a:r>
              <a:rPr lang="en-US" err="1">
                <a:ea typeface="+mn-lt"/>
                <a:cs typeface="+mn-lt"/>
              </a:rPr>
              <a:t>schrijf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 err="1">
                <a:ea typeface="+mn-lt"/>
                <a:cs typeface="+mn-lt"/>
              </a:rPr>
              <a:t>als</a:t>
            </a:r>
            <a:r>
              <a:rPr lang="en-US">
                <a:ea typeface="+mn-lt"/>
                <a:cs typeface="+mn-lt"/>
              </a:rPr>
              <a:t> JSON: </a:t>
            </a:r>
          </a:p>
          <a:p>
            <a:endParaRPr lang="en-US">
              <a:ea typeface="+mn-lt"/>
              <a:cs typeface="+mn-lt"/>
            </a:endParaRPr>
          </a:p>
        </p:txBody>
      </p:sp>
      <p:pic>
        <p:nvPicPr>
          <p:cNvPr id="4" name="Picture 3" descr="A white and red rectangular box with black text&#10;&#10;AI-generated content may be incorrect.">
            <a:extLst>
              <a:ext uri="{FF2B5EF4-FFF2-40B4-BE49-F238E27FC236}">
                <a16:creationId xmlns:a16="http://schemas.microsoft.com/office/drawing/2014/main" id="{0A7319F9-CF2A-4176-8AD3-2045C9D99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86" y="2661104"/>
            <a:ext cx="5334000" cy="215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7756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DE478A5840434A8B9524435F4AFA7A" ma:contentTypeVersion="9" ma:contentTypeDescription="Een nieuw document maken." ma:contentTypeScope="" ma:versionID="0aebcad4c23ccbea195c38278fe2ce8c">
  <xsd:schema xmlns:xsd="http://www.w3.org/2001/XMLSchema" xmlns:xs="http://www.w3.org/2001/XMLSchema" xmlns:p="http://schemas.microsoft.com/office/2006/metadata/properties" xmlns:ns2="23d07a6c-3bdc-485a-bd32-74620ee9bff4" xmlns:ns3="60efcb5a-b75b-4980-aec5-8875ff040f2c" targetNamespace="http://schemas.microsoft.com/office/2006/metadata/properties" ma:root="true" ma:fieldsID="3048681d75fa00e1e9033518be41d6c1" ns2:_="" ns3:_="">
    <xsd:import namespace="23d07a6c-3bdc-485a-bd32-74620ee9bff4"/>
    <xsd:import namespace="60efcb5a-b75b-4980-aec5-8875ff040f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07a6c-3bdc-485a-bd32-74620ee9bff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Afbeeldingtags" ma:readOnly="false" ma:fieldId="{5cf76f15-5ced-4ddc-b409-7134ff3c332f}" ma:taxonomyMulti="true" ma:sspId="3a693f84-d9d9-45de-9cc2-e572aa08d8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fcb5a-b75b-4980-aec5-8875ff040f2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148a25-3d01-4b61-81e8-c28c3e777cf5}" ma:internalName="TaxCatchAll" ma:showField="CatchAllData" ma:web="60efcb5a-b75b-4980-aec5-8875ff040f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3d07a6c-3bdc-485a-bd32-74620ee9bff4">
      <Terms xmlns="http://schemas.microsoft.com/office/infopath/2007/PartnerControls"/>
    </lcf76f155ced4ddcb4097134ff3c332f>
    <TaxCatchAll xmlns="60efcb5a-b75b-4980-aec5-8875ff040f2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206DD0-47D2-4DE8-A146-A5E611320BB4}"/>
</file>

<file path=customXml/itemProps2.xml><?xml version="1.0" encoding="utf-8"?>
<ds:datastoreItem xmlns:ds="http://schemas.openxmlformats.org/officeDocument/2006/customXml" ds:itemID="{2093B9B4-9A97-4F83-97D6-F657C84C825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6AFC744-2E5E-4D9A-84BB-6AFD3C3CFD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Dataverzameling</vt:lpstr>
      <vt:lpstr>Welke gegevens heeft een AI agent nodig?</vt:lpstr>
      <vt:lpstr>Verantwoord omgaan met klantinformatie</vt:lpstr>
      <vt:lpstr>Een test dataset maken</vt:lpstr>
      <vt:lpstr>Formuleer troubleshoot vragen</vt:lpstr>
      <vt:lpstr>Bouw de dataset structuur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2025-11-06T13:17:21Z</dcterms:created>
  <dcterms:modified xsi:type="dcterms:W3CDTF">2025-11-06T13:32:06Z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0x010100F5DE478A5840434A8B9524435F4AFA7A</vt:lpwstr>
  </property>
</Properties>
</file>